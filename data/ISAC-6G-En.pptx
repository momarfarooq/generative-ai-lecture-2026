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7103745" cy="10234295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449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5" Type="http://schemas.openxmlformats.org/officeDocument/2006/relationships/tags" Target="../tags/tag176.xml"/><Relationship Id="rId14" Type="http://schemas.openxmlformats.org/officeDocument/2006/relationships/tags" Target="../tags/tag175.xml"/><Relationship Id="rId13" Type="http://schemas.openxmlformats.org/officeDocument/2006/relationships/tags" Target="../tags/tag174.xml"/><Relationship Id="rId12" Type="http://schemas.openxmlformats.org/officeDocument/2006/relationships/tags" Target="../tags/tag173.xml"/><Relationship Id="rId11" Type="http://schemas.openxmlformats.org/officeDocument/2006/relationships/tags" Target="../tags/tag172.xml"/><Relationship Id="rId10" Type="http://schemas.openxmlformats.org/officeDocument/2006/relationships/tags" Target="../tags/tag171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3" Type="http://schemas.openxmlformats.org/officeDocument/2006/relationships/tags" Target="../tags/tag188.xml"/><Relationship Id="rId12" Type="http://schemas.openxmlformats.org/officeDocument/2006/relationships/tags" Target="../tags/tag187.xml"/><Relationship Id="rId11" Type="http://schemas.openxmlformats.org/officeDocument/2006/relationships/tags" Target="../tags/tag186.xml"/><Relationship Id="rId10" Type="http://schemas.openxmlformats.org/officeDocument/2006/relationships/tags" Target="../tags/tag185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3" Type="http://schemas.openxmlformats.org/officeDocument/2006/relationships/tags" Target="../tags/tag210.xml"/><Relationship Id="rId12" Type="http://schemas.openxmlformats.org/officeDocument/2006/relationships/tags" Target="../tags/tag209.xml"/><Relationship Id="rId11" Type="http://schemas.openxmlformats.org/officeDocument/2006/relationships/tags" Target="../tags/tag208.xml"/><Relationship Id="rId10" Type="http://schemas.openxmlformats.org/officeDocument/2006/relationships/tags" Target="../tags/tag207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3" Type="http://schemas.openxmlformats.org/officeDocument/2006/relationships/tags" Target="../tags/tag222.xml"/><Relationship Id="rId12" Type="http://schemas.openxmlformats.org/officeDocument/2006/relationships/tags" Target="../tags/tag221.xml"/><Relationship Id="rId11" Type="http://schemas.openxmlformats.org/officeDocument/2006/relationships/tags" Target="../tags/tag220.xml"/><Relationship Id="rId10" Type="http://schemas.openxmlformats.org/officeDocument/2006/relationships/tags" Target="../tags/tag219.xm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tags" Target="../tags/tag229.xml"/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tags" Target="../tags/tag237.xml"/><Relationship Id="rId7" Type="http://schemas.openxmlformats.org/officeDocument/2006/relationships/tags" Target="../tags/tag236.xml"/><Relationship Id="rId6" Type="http://schemas.openxmlformats.org/officeDocument/2006/relationships/tags" Target="../tags/tag235.xml"/><Relationship Id="rId5" Type="http://schemas.openxmlformats.org/officeDocument/2006/relationships/tags" Target="../tags/tag234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4" Type="http://schemas.openxmlformats.org/officeDocument/2006/relationships/tags" Target="../tags/tag243.xml"/><Relationship Id="rId13" Type="http://schemas.openxmlformats.org/officeDocument/2006/relationships/tags" Target="../tags/tag242.xml"/><Relationship Id="rId12" Type="http://schemas.openxmlformats.org/officeDocument/2006/relationships/tags" Target="../tags/tag241.xml"/><Relationship Id="rId11" Type="http://schemas.openxmlformats.org/officeDocument/2006/relationships/tags" Target="../tags/tag240.xml"/><Relationship Id="rId10" Type="http://schemas.openxmlformats.org/officeDocument/2006/relationships/tags" Target="../tags/tag239.xm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51.xml"/><Relationship Id="rId8" Type="http://schemas.openxmlformats.org/officeDocument/2006/relationships/tags" Target="../tags/tag250.xml"/><Relationship Id="rId7" Type="http://schemas.openxmlformats.org/officeDocument/2006/relationships/tags" Target="../tags/tag249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2" Type="http://schemas.openxmlformats.org/officeDocument/2006/relationships/tags" Target="../tags/tag254.xml"/><Relationship Id="rId11" Type="http://schemas.openxmlformats.org/officeDocument/2006/relationships/tags" Target="../tags/tag253.xml"/><Relationship Id="rId10" Type="http://schemas.openxmlformats.org/officeDocument/2006/relationships/tags" Target="../tags/tag252.xm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3" Type="http://schemas.openxmlformats.org/officeDocument/2006/relationships/tags" Target="../tags/tag266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6"/>
            </p:custDataLst>
          </p:nvPr>
        </p:nvSpPr>
        <p:spPr>
          <a:xfrm>
            <a:off x="1130334" y="5498053"/>
            <a:ext cx="1368028" cy="238423"/>
          </a:xfrm>
          <a:custGeom>
            <a:avLst/>
            <a:gdLst/>
            <a:ahLst/>
            <a:cxnLst/>
            <a:rect l="l" t="t" r="r" b="b"/>
            <a:pathLst>
              <a:path w="1368028" h="238423">
                <a:moveTo>
                  <a:pt x="297954" y="102691"/>
                </a:moveTo>
                <a:cubicBezTo>
                  <a:pt x="285353" y="102691"/>
                  <a:pt x="275555" y="107007"/>
                  <a:pt x="268560" y="115639"/>
                </a:cubicBezTo>
                <a:cubicBezTo>
                  <a:pt x="261565" y="124271"/>
                  <a:pt x="258068" y="136475"/>
                  <a:pt x="258068" y="152251"/>
                </a:cubicBezTo>
                <a:cubicBezTo>
                  <a:pt x="258068" y="185093"/>
                  <a:pt x="271463" y="201513"/>
                  <a:pt x="298252" y="201513"/>
                </a:cubicBezTo>
                <a:cubicBezTo>
                  <a:pt x="323949" y="201513"/>
                  <a:pt x="336798" y="184646"/>
                  <a:pt x="336798" y="150912"/>
                </a:cubicBezTo>
                <a:cubicBezTo>
                  <a:pt x="336798" y="118765"/>
                  <a:pt x="323850" y="102691"/>
                  <a:pt x="297954" y="102691"/>
                </a:cubicBezTo>
                <a:close/>
                <a:moveTo>
                  <a:pt x="814536" y="98673"/>
                </a:moveTo>
                <a:cubicBezTo>
                  <a:pt x="806301" y="98673"/>
                  <a:pt x="799009" y="102046"/>
                  <a:pt x="792659" y="108793"/>
                </a:cubicBezTo>
                <a:cubicBezTo>
                  <a:pt x="786309" y="115540"/>
                  <a:pt x="782340" y="124470"/>
                  <a:pt x="780752" y="135582"/>
                </a:cubicBezTo>
                <a:lnTo>
                  <a:pt x="844451" y="135582"/>
                </a:lnTo>
                <a:cubicBezTo>
                  <a:pt x="844451" y="110976"/>
                  <a:pt x="834479" y="98673"/>
                  <a:pt x="814536" y="98673"/>
                </a:cubicBezTo>
                <a:close/>
                <a:moveTo>
                  <a:pt x="1314748" y="65782"/>
                </a:moveTo>
                <a:cubicBezTo>
                  <a:pt x="1329829" y="65782"/>
                  <a:pt x="1344365" y="68014"/>
                  <a:pt x="1358354" y="72479"/>
                </a:cubicBezTo>
                <a:lnTo>
                  <a:pt x="1358354" y="110282"/>
                </a:lnTo>
                <a:cubicBezTo>
                  <a:pt x="1345555" y="102741"/>
                  <a:pt x="1331466" y="98971"/>
                  <a:pt x="1316087" y="98971"/>
                </a:cubicBezTo>
                <a:cubicBezTo>
                  <a:pt x="1308447" y="98971"/>
                  <a:pt x="1302296" y="100335"/>
                  <a:pt x="1297633" y="103063"/>
                </a:cubicBezTo>
                <a:cubicBezTo>
                  <a:pt x="1292969" y="105792"/>
                  <a:pt x="1290638" y="109389"/>
                  <a:pt x="1290638" y="113853"/>
                </a:cubicBezTo>
                <a:cubicBezTo>
                  <a:pt x="1290638" y="121394"/>
                  <a:pt x="1297583" y="127496"/>
                  <a:pt x="1311474" y="132159"/>
                </a:cubicBezTo>
                <a:cubicBezTo>
                  <a:pt x="1326356" y="137120"/>
                  <a:pt x="1337543" y="141635"/>
                  <a:pt x="1345034" y="145703"/>
                </a:cubicBezTo>
                <a:cubicBezTo>
                  <a:pt x="1352525" y="149771"/>
                  <a:pt x="1358230" y="155128"/>
                  <a:pt x="1362150" y="161776"/>
                </a:cubicBezTo>
                <a:cubicBezTo>
                  <a:pt x="1366069" y="168424"/>
                  <a:pt x="1368028" y="176113"/>
                  <a:pt x="1368028" y="184844"/>
                </a:cubicBezTo>
                <a:cubicBezTo>
                  <a:pt x="1368028" y="201811"/>
                  <a:pt x="1361232" y="214982"/>
                  <a:pt x="1347639" y="224358"/>
                </a:cubicBezTo>
                <a:cubicBezTo>
                  <a:pt x="1334046" y="233735"/>
                  <a:pt x="1315889" y="238423"/>
                  <a:pt x="1293168" y="238423"/>
                </a:cubicBezTo>
                <a:cubicBezTo>
                  <a:pt x="1275308" y="238423"/>
                  <a:pt x="1258788" y="235595"/>
                  <a:pt x="1243608" y="229939"/>
                </a:cubicBezTo>
                <a:lnTo>
                  <a:pt x="1243608" y="190202"/>
                </a:lnTo>
                <a:cubicBezTo>
                  <a:pt x="1260078" y="200223"/>
                  <a:pt x="1276201" y="205234"/>
                  <a:pt x="1291977" y="205234"/>
                </a:cubicBezTo>
                <a:cubicBezTo>
                  <a:pt x="1311821" y="205234"/>
                  <a:pt x="1321743" y="199926"/>
                  <a:pt x="1321743" y="189309"/>
                </a:cubicBezTo>
                <a:cubicBezTo>
                  <a:pt x="1321743" y="181769"/>
                  <a:pt x="1313557" y="175468"/>
                  <a:pt x="1297186" y="170408"/>
                </a:cubicBezTo>
                <a:cubicBezTo>
                  <a:pt x="1276747" y="164058"/>
                  <a:pt x="1262707" y="156989"/>
                  <a:pt x="1255068" y="149200"/>
                </a:cubicBezTo>
                <a:cubicBezTo>
                  <a:pt x="1247428" y="141411"/>
                  <a:pt x="1243608" y="130869"/>
                  <a:pt x="1243608" y="117574"/>
                </a:cubicBezTo>
                <a:cubicBezTo>
                  <a:pt x="1243608" y="101401"/>
                  <a:pt x="1250156" y="88726"/>
                  <a:pt x="1263253" y="79549"/>
                </a:cubicBezTo>
                <a:cubicBezTo>
                  <a:pt x="1276350" y="70371"/>
                  <a:pt x="1293515" y="65782"/>
                  <a:pt x="1314748" y="65782"/>
                </a:cubicBezTo>
                <a:close/>
                <a:moveTo>
                  <a:pt x="1025724" y="65782"/>
                </a:moveTo>
                <a:cubicBezTo>
                  <a:pt x="1062236" y="65782"/>
                  <a:pt x="1080492" y="88404"/>
                  <a:pt x="1080492" y="133648"/>
                </a:cubicBezTo>
                <a:lnTo>
                  <a:pt x="1080492" y="234404"/>
                </a:lnTo>
                <a:lnTo>
                  <a:pt x="1032718" y="234404"/>
                </a:lnTo>
                <a:lnTo>
                  <a:pt x="1032718" y="142577"/>
                </a:lnTo>
                <a:cubicBezTo>
                  <a:pt x="1032718" y="115987"/>
                  <a:pt x="1023144" y="102691"/>
                  <a:pt x="1003995" y="102691"/>
                </a:cubicBezTo>
                <a:cubicBezTo>
                  <a:pt x="994866" y="102691"/>
                  <a:pt x="987276" y="106238"/>
                  <a:pt x="981224" y="113333"/>
                </a:cubicBezTo>
                <a:cubicBezTo>
                  <a:pt x="975172" y="120427"/>
                  <a:pt x="972145" y="129480"/>
                  <a:pt x="972145" y="140494"/>
                </a:cubicBezTo>
                <a:lnTo>
                  <a:pt x="972145" y="234404"/>
                </a:lnTo>
                <a:lnTo>
                  <a:pt x="924074" y="234404"/>
                </a:lnTo>
                <a:lnTo>
                  <a:pt x="924074" y="69800"/>
                </a:lnTo>
                <a:lnTo>
                  <a:pt x="972145" y="69800"/>
                </a:lnTo>
                <a:lnTo>
                  <a:pt x="972145" y="95994"/>
                </a:lnTo>
                <a:lnTo>
                  <a:pt x="972741" y="95994"/>
                </a:lnTo>
                <a:cubicBezTo>
                  <a:pt x="984746" y="75853"/>
                  <a:pt x="1002407" y="65782"/>
                  <a:pt x="1025724" y="65782"/>
                </a:cubicBezTo>
                <a:close/>
                <a:moveTo>
                  <a:pt x="814834" y="65782"/>
                </a:moveTo>
                <a:cubicBezTo>
                  <a:pt x="838150" y="65782"/>
                  <a:pt x="856382" y="72851"/>
                  <a:pt x="869528" y="86990"/>
                </a:cubicBezTo>
                <a:cubicBezTo>
                  <a:pt x="882675" y="101129"/>
                  <a:pt x="889248" y="120551"/>
                  <a:pt x="889248" y="145256"/>
                </a:cubicBezTo>
                <a:lnTo>
                  <a:pt x="889248" y="165646"/>
                </a:lnTo>
                <a:lnTo>
                  <a:pt x="780901" y="165646"/>
                </a:lnTo>
                <a:cubicBezTo>
                  <a:pt x="782588" y="191145"/>
                  <a:pt x="797967" y="203894"/>
                  <a:pt x="827038" y="203894"/>
                </a:cubicBezTo>
                <a:cubicBezTo>
                  <a:pt x="845195" y="203894"/>
                  <a:pt x="861219" y="199430"/>
                  <a:pt x="875109" y="190500"/>
                </a:cubicBezTo>
                <a:lnTo>
                  <a:pt x="875109" y="225772"/>
                </a:lnTo>
                <a:cubicBezTo>
                  <a:pt x="860127" y="234206"/>
                  <a:pt x="840482" y="238423"/>
                  <a:pt x="816173" y="238423"/>
                </a:cubicBezTo>
                <a:cubicBezTo>
                  <a:pt x="789980" y="238423"/>
                  <a:pt x="769615" y="231031"/>
                  <a:pt x="755079" y="216247"/>
                </a:cubicBezTo>
                <a:cubicBezTo>
                  <a:pt x="740544" y="201464"/>
                  <a:pt x="733276" y="180876"/>
                  <a:pt x="733276" y="154484"/>
                </a:cubicBezTo>
                <a:cubicBezTo>
                  <a:pt x="733276" y="128191"/>
                  <a:pt x="741015" y="106834"/>
                  <a:pt x="756493" y="90413"/>
                </a:cubicBezTo>
                <a:cubicBezTo>
                  <a:pt x="771971" y="73992"/>
                  <a:pt x="791418" y="65782"/>
                  <a:pt x="814834" y="65782"/>
                </a:cubicBezTo>
                <a:close/>
                <a:moveTo>
                  <a:pt x="520898" y="65782"/>
                </a:moveTo>
                <a:cubicBezTo>
                  <a:pt x="557411" y="65782"/>
                  <a:pt x="575667" y="88404"/>
                  <a:pt x="575667" y="133648"/>
                </a:cubicBezTo>
                <a:lnTo>
                  <a:pt x="575667" y="234404"/>
                </a:lnTo>
                <a:lnTo>
                  <a:pt x="527893" y="234404"/>
                </a:lnTo>
                <a:lnTo>
                  <a:pt x="527893" y="142577"/>
                </a:lnTo>
                <a:cubicBezTo>
                  <a:pt x="527893" y="115987"/>
                  <a:pt x="518319" y="102691"/>
                  <a:pt x="499170" y="102691"/>
                </a:cubicBezTo>
                <a:cubicBezTo>
                  <a:pt x="490041" y="102691"/>
                  <a:pt x="482451" y="106238"/>
                  <a:pt x="476399" y="113333"/>
                </a:cubicBezTo>
                <a:cubicBezTo>
                  <a:pt x="470346" y="120427"/>
                  <a:pt x="467320" y="129480"/>
                  <a:pt x="467320" y="140494"/>
                </a:cubicBezTo>
                <a:lnTo>
                  <a:pt x="467320" y="234404"/>
                </a:lnTo>
                <a:lnTo>
                  <a:pt x="419249" y="234404"/>
                </a:lnTo>
                <a:lnTo>
                  <a:pt x="419249" y="69800"/>
                </a:lnTo>
                <a:lnTo>
                  <a:pt x="467320" y="69800"/>
                </a:lnTo>
                <a:lnTo>
                  <a:pt x="467320" y="95994"/>
                </a:lnTo>
                <a:lnTo>
                  <a:pt x="467916" y="95994"/>
                </a:lnTo>
                <a:cubicBezTo>
                  <a:pt x="479921" y="75853"/>
                  <a:pt x="497582" y="65782"/>
                  <a:pt x="520898" y="65782"/>
                </a:cubicBezTo>
                <a:close/>
                <a:moveTo>
                  <a:pt x="299145" y="65782"/>
                </a:moveTo>
                <a:cubicBezTo>
                  <a:pt x="325636" y="65782"/>
                  <a:pt x="346670" y="73397"/>
                  <a:pt x="362248" y="88627"/>
                </a:cubicBezTo>
                <a:cubicBezTo>
                  <a:pt x="377825" y="103857"/>
                  <a:pt x="385614" y="124321"/>
                  <a:pt x="385614" y="150019"/>
                </a:cubicBezTo>
                <a:cubicBezTo>
                  <a:pt x="385614" y="177006"/>
                  <a:pt x="377627" y="198487"/>
                  <a:pt x="361652" y="214461"/>
                </a:cubicBezTo>
                <a:cubicBezTo>
                  <a:pt x="345678" y="230435"/>
                  <a:pt x="324048" y="238423"/>
                  <a:pt x="296763" y="238423"/>
                </a:cubicBezTo>
                <a:cubicBezTo>
                  <a:pt x="269974" y="238423"/>
                  <a:pt x="248717" y="230758"/>
                  <a:pt x="232990" y="215429"/>
                </a:cubicBezTo>
                <a:cubicBezTo>
                  <a:pt x="217264" y="200099"/>
                  <a:pt x="209401" y="179239"/>
                  <a:pt x="209401" y="152846"/>
                </a:cubicBezTo>
                <a:cubicBezTo>
                  <a:pt x="209401" y="125760"/>
                  <a:pt x="217512" y="104477"/>
                  <a:pt x="233735" y="88999"/>
                </a:cubicBezTo>
                <a:cubicBezTo>
                  <a:pt x="249957" y="73521"/>
                  <a:pt x="271760" y="65782"/>
                  <a:pt x="299145" y="65782"/>
                </a:cubicBezTo>
                <a:close/>
                <a:moveTo>
                  <a:pt x="1183481" y="19943"/>
                </a:moveTo>
                <a:lnTo>
                  <a:pt x="1183481" y="69800"/>
                </a:lnTo>
                <a:lnTo>
                  <a:pt x="1220986" y="69800"/>
                </a:lnTo>
                <a:lnTo>
                  <a:pt x="1220986" y="105668"/>
                </a:lnTo>
                <a:lnTo>
                  <a:pt x="1183481" y="105668"/>
                </a:lnTo>
                <a:lnTo>
                  <a:pt x="1183481" y="175022"/>
                </a:lnTo>
                <a:cubicBezTo>
                  <a:pt x="1183481" y="192584"/>
                  <a:pt x="1190427" y="201364"/>
                  <a:pt x="1204317" y="201364"/>
                </a:cubicBezTo>
                <a:cubicBezTo>
                  <a:pt x="1209675" y="201364"/>
                  <a:pt x="1215231" y="199777"/>
                  <a:pt x="1220986" y="196602"/>
                </a:cubicBezTo>
                <a:lnTo>
                  <a:pt x="1220986" y="232469"/>
                </a:lnTo>
                <a:cubicBezTo>
                  <a:pt x="1213743" y="236438"/>
                  <a:pt x="1202779" y="238423"/>
                  <a:pt x="1188095" y="238423"/>
                </a:cubicBezTo>
                <a:cubicBezTo>
                  <a:pt x="1153170" y="238423"/>
                  <a:pt x="1135708" y="220067"/>
                  <a:pt x="1135708" y="183356"/>
                </a:cubicBezTo>
                <a:lnTo>
                  <a:pt x="1135708" y="105668"/>
                </a:lnTo>
                <a:lnTo>
                  <a:pt x="1108621" y="105668"/>
                </a:lnTo>
                <a:lnTo>
                  <a:pt x="1108621" y="69800"/>
                </a:lnTo>
                <a:lnTo>
                  <a:pt x="1135708" y="69800"/>
                </a:lnTo>
                <a:lnTo>
                  <a:pt x="1135708" y="33635"/>
                </a:lnTo>
                <a:close/>
                <a:moveTo>
                  <a:pt x="678656" y="19943"/>
                </a:moveTo>
                <a:lnTo>
                  <a:pt x="678656" y="69800"/>
                </a:lnTo>
                <a:lnTo>
                  <a:pt x="716161" y="69800"/>
                </a:lnTo>
                <a:lnTo>
                  <a:pt x="716161" y="105668"/>
                </a:lnTo>
                <a:lnTo>
                  <a:pt x="678656" y="105668"/>
                </a:lnTo>
                <a:lnTo>
                  <a:pt x="678656" y="175022"/>
                </a:lnTo>
                <a:cubicBezTo>
                  <a:pt x="678656" y="192584"/>
                  <a:pt x="685602" y="201364"/>
                  <a:pt x="699492" y="201364"/>
                </a:cubicBezTo>
                <a:cubicBezTo>
                  <a:pt x="704850" y="201364"/>
                  <a:pt x="710406" y="199777"/>
                  <a:pt x="716161" y="196602"/>
                </a:cubicBezTo>
                <a:lnTo>
                  <a:pt x="716161" y="232469"/>
                </a:lnTo>
                <a:cubicBezTo>
                  <a:pt x="708918" y="236438"/>
                  <a:pt x="697954" y="238423"/>
                  <a:pt x="683270" y="238423"/>
                </a:cubicBezTo>
                <a:cubicBezTo>
                  <a:pt x="648345" y="238423"/>
                  <a:pt x="630882" y="220067"/>
                  <a:pt x="630882" y="183356"/>
                </a:cubicBezTo>
                <a:lnTo>
                  <a:pt x="630882" y="105668"/>
                </a:lnTo>
                <a:lnTo>
                  <a:pt x="603796" y="105668"/>
                </a:lnTo>
                <a:lnTo>
                  <a:pt x="603796" y="69800"/>
                </a:lnTo>
                <a:lnTo>
                  <a:pt x="630882" y="69800"/>
                </a:lnTo>
                <a:lnTo>
                  <a:pt x="630882" y="33635"/>
                </a:lnTo>
                <a:close/>
                <a:moveTo>
                  <a:pt x="122337" y="0"/>
                </a:moveTo>
                <a:cubicBezTo>
                  <a:pt x="144859" y="0"/>
                  <a:pt x="163711" y="2927"/>
                  <a:pt x="178891" y="8781"/>
                </a:cubicBezTo>
                <a:lnTo>
                  <a:pt x="178891" y="56257"/>
                </a:lnTo>
                <a:cubicBezTo>
                  <a:pt x="163314" y="47129"/>
                  <a:pt x="145653" y="42565"/>
                  <a:pt x="125909" y="42565"/>
                </a:cubicBezTo>
                <a:cubicBezTo>
                  <a:pt x="103386" y="42565"/>
                  <a:pt x="85378" y="49758"/>
                  <a:pt x="71884" y="64145"/>
                </a:cubicBezTo>
                <a:cubicBezTo>
                  <a:pt x="58390" y="78532"/>
                  <a:pt x="51643" y="97334"/>
                  <a:pt x="51643" y="120551"/>
                </a:cubicBezTo>
                <a:cubicBezTo>
                  <a:pt x="51643" y="143173"/>
                  <a:pt x="58043" y="161379"/>
                  <a:pt x="70842" y="175171"/>
                </a:cubicBezTo>
                <a:cubicBezTo>
                  <a:pt x="83641" y="188962"/>
                  <a:pt x="100955" y="195858"/>
                  <a:pt x="122783" y="195858"/>
                </a:cubicBezTo>
                <a:cubicBezTo>
                  <a:pt x="143321" y="195858"/>
                  <a:pt x="162024" y="190897"/>
                  <a:pt x="178891" y="180975"/>
                </a:cubicBezTo>
                <a:lnTo>
                  <a:pt x="178891" y="226070"/>
                </a:lnTo>
                <a:cubicBezTo>
                  <a:pt x="162123" y="234305"/>
                  <a:pt x="140246" y="238423"/>
                  <a:pt x="113258" y="238423"/>
                </a:cubicBezTo>
                <a:cubicBezTo>
                  <a:pt x="78532" y="238423"/>
                  <a:pt x="50974" y="228029"/>
                  <a:pt x="30584" y="207243"/>
                </a:cubicBezTo>
                <a:cubicBezTo>
                  <a:pt x="10195" y="186457"/>
                  <a:pt x="0" y="158750"/>
                  <a:pt x="0" y="124123"/>
                </a:cubicBezTo>
                <a:cubicBezTo>
                  <a:pt x="0" y="87709"/>
                  <a:pt x="11385" y="57919"/>
                  <a:pt x="34156" y="34751"/>
                </a:cubicBezTo>
                <a:cubicBezTo>
                  <a:pt x="56927" y="11584"/>
                  <a:pt x="86320" y="0"/>
                  <a:pt x="1223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  <a:sym typeface="+mn-ea"/>
              </a:defRPr>
            </a:lvl1pPr>
            <a:lvl2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2pPr>
            <a:lvl3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3pPr>
            <a:lvl4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4pPr>
            <a:lvl5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11161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0" y="0"/>
            <a:ext cx="10899140" cy="6858000"/>
          </a:xfrm>
          <a:custGeom>
            <a:avLst/>
            <a:gdLst>
              <a:gd name="connisteX0" fmla="*/ 0 w 10160000"/>
              <a:gd name="connsiteY0" fmla="*/ 0 h 6858000"/>
              <a:gd name="connisteX1" fmla="*/ 10160000 w 10160000"/>
              <a:gd name="connsiteY1" fmla="*/ 0 h 6858000"/>
              <a:gd name="connisteX2" fmla="*/ 10160000 w 10160000"/>
              <a:gd name="connsiteY2" fmla="*/ 6858000 h 6858000"/>
              <a:gd name="connisteX3" fmla="*/ 0 w 10160000"/>
              <a:gd name="connsiteY3" fmla="*/ 6858000 h 6858000"/>
              <a:gd name="connisteX4" fmla="*/ 0 w 10160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0160000" h="6858000">
                <a:moveTo>
                  <a:pt x="0" y="0"/>
                </a:moveTo>
                <a:lnTo>
                  <a:pt x="10160000" y="0"/>
                </a:lnTo>
                <a:lnTo>
                  <a:pt x="1016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2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9"/>
            </p:custDataLst>
          </p:nvPr>
        </p:nvSpPr>
        <p:spPr>
          <a:xfrm>
            <a:off x="1016000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6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6389" hasCustomPrompt="1"/>
            <p:custDataLst>
              <p:tags r:id="rId7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spc="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53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0" y="0"/>
            <a:ext cx="10160000" cy="6858000"/>
          </a:xfrm>
          <a:custGeom>
            <a:avLst/>
            <a:gdLst>
              <a:gd name="connisteX0" fmla="*/ 0 w 10160000"/>
              <a:gd name="connsiteY0" fmla="*/ 0 h 6858000"/>
              <a:gd name="connisteX1" fmla="*/ 10160000 w 10160000"/>
              <a:gd name="connsiteY1" fmla="*/ 0 h 6858000"/>
              <a:gd name="connisteX2" fmla="*/ 10160000 w 10160000"/>
              <a:gd name="connsiteY2" fmla="*/ 6858000 h 6858000"/>
              <a:gd name="connisteX3" fmla="*/ 0 w 10160000"/>
              <a:gd name="connsiteY3" fmla="*/ 6858000 h 6858000"/>
              <a:gd name="connisteX4" fmla="*/ 0 w 10160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0160000" h="6858000">
                <a:moveTo>
                  <a:pt x="0" y="0"/>
                </a:moveTo>
                <a:lnTo>
                  <a:pt x="10160000" y="0"/>
                </a:lnTo>
                <a:lnTo>
                  <a:pt x="1016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Subtitle 11"/>
          <p:cNvSpPr>
            <a:spLocks noGrp="1"/>
          </p:cNvSpPr>
          <p:nvPr>
            <p:ph type="subTitle" idx="16389" hasCustomPrompt="1"/>
            <p:custDataLst>
              <p:tags r:id="rId7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3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5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2438400" y="2413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2794000" y="27686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4191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749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8229600" y="2413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2" hasCustomPrompt="1"/>
            <p:custDataLst>
              <p:tags r:id="rId11"/>
            </p:custDataLst>
          </p:nvPr>
        </p:nvSpPr>
        <p:spPr>
          <a:xfrm>
            <a:off x="8585200" y="27686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400800" y="4191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400800" y="4749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7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5257800" y="2184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2184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26924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52578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45212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50292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4470400"/>
            <a:ext cx="5334000" cy="1778000"/>
          </a:xfrm>
          <a:custGeom>
            <a:avLst/>
            <a:gdLst>
              <a:gd name="connisteX0" fmla="*/ 0 w 5334000"/>
              <a:gd name="connsiteY0" fmla="*/ 0 h 1778000"/>
              <a:gd name="connisteX1" fmla="*/ 5334000 w 5334000"/>
              <a:gd name="connsiteY1" fmla="*/ 0 h 1778000"/>
              <a:gd name="connisteX2" fmla="*/ 5334000 w 5334000"/>
              <a:gd name="connsiteY2" fmla="*/ 1574800 h 1778000"/>
              <a:gd name="connisteX3" fmla="*/ 5130800 w 5334000"/>
              <a:gd name="connsiteY3" fmla="*/ 1778000 h 1778000"/>
              <a:gd name="connisteX4" fmla="*/ 203200 w 5334000"/>
              <a:gd name="connsiteY4" fmla="*/ 1778000 h 1778000"/>
              <a:gd name="connisteX5" fmla="*/ 0 w 5334000"/>
              <a:gd name="connsiteY5" fmla="*/ 1574800 h 1778000"/>
              <a:gd name="connisteX6" fmla="*/ 0 w 5334000"/>
              <a:gd name="connsiteY6" fmla="*/ 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1778000">
                <a:moveTo>
                  <a:pt x="0" y="0"/>
                </a:moveTo>
                <a:lnTo>
                  <a:pt x="5334000" y="0"/>
                </a:lnTo>
                <a:lnTo>
                  <a:pt x="5334000" y="1574800"/>
                </a:lnTo>
                <a:cubicBezTo>
                  <a:pt x="5334000" y="1687024"/>
                  <a:pt x="5243024" y="1778000"/>
                  <a:pt x="51308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946400 h 2946400"/>
              <a:gd name="connisteX5" fmla="*/ 0 w 5334000"/>
              <a:gd name="connsiteY5" fmla="*/ 2946400 h 2946400"/>
              <a:gd name="connisteX6" fmla="*/ 0 w 53340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775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33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4470400"/>
            <a:ext cx="5334000" cy="1778000"/>
          </a:xfrm>
          <a:custGeom>
            <a:avLst/>
            <a:gdLst>
              <a:gd name="connisteX0" fmla="*/ 0 w 5334000"/>
              <a:gd name="connsiteY0" fmla="*/ 0 h 1778000"/>
              <a:gd name="connisteX1" fmla="*/ 5334000 w 5334000"/>
              <a:gd name="connsiteY1" fmla="*/ 0 h 1778000"/>
              <a:gd name="connisteX2" fmla="*/ 5334000 w 5334000"/>
              <a:gd name="connsiteY2" fmla="*/ 1574800 h 1778000"/>
              <a:gd name="connisteX3" fmla="*/ 5130800 w 5334000"/>
              <a:gd name="connsiteY3" fmla="*/ 1778000 h 1778000"/>
              <a:gd name="connisteX4" fmla="*/ 203200 w 5334000"/>
              <a:gd name="connsiteY4" fmla="*/ 1778000 h 1778000"/>
              <a:gd name="connisteX5" fmla="*/ 0 w 5334000"/>
              <a:gd name="connsiteY5" fmla="*/ 1574800 h 1778000"/>
              <a:gd name="connisteX6" fmla="*/ 0 w 5334000"/>
              <a:gd name="connsiteY6" fmla="*/ 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1778000">
                <a:moveTo>
                  <a:pt x="0" y="0"/>
                </a:moveTo>
                <a:lnTo>
                  <a:pt x="5334000" y="0"/>
                </a:lnTo>
                <a:lnTo>
                  <a:pt x="5334000" y="1574800"/>
                </a:lnTo>
                <a:cubicBezTo>
                  <a:pt x="5334000" y="1687024"/>
                  <a:pt x="5243024" y="1778000"/>
                  <a:pt x="51308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946400 h 2946400"/>
              <a:gd name="connisteX5" fmla="*/ 0 w 5334000"/>
              <a:gd name="connsiteY5" fmla="*/ 2946400 h 2946400"/>
              <a:gd name="connisteX6" fmla="*/ 0 w 53340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775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533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7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279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794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33020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482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53340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553200" y="21082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553200" y="26670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553200" y="41910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53200" y="47498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4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25146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0" hasCustomPrompt="1"/>
            <p:custDataLst>
              <p:tags r:id="rId8"/>
            </p:custDataLst>
          </p:nvPr>
        </p:nvSpPr>
        <p:spPr>
          <a:xfrm>
            <a:off x="2870200" y="25654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016000" y="40894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016000" y="4648200"/>
            <a:ext cx="452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8153400" y="2209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3" hasCustomPrompt="1"/>
            <p:custDataLst>
              <p:tags r:id="rId13"/>
            </p:custDataLst>
          </p:nvPr>
        </p:nvSpPr>
        <p:spPr>
          <a:xfrm>
            <a:off x="8509000" y="25654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6654800" y="40894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6654800" y="4648200"/>
            <a:ext cx="452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2514600" y="2362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0" hasCustomPrompt="1"/>
            <p:custDataLst>
              <p:tags r:id="rId8"/>
            </p:custDataLst>
          </p:nvPr>
        </p:nvSpPr>
        <p:spPr>
          <a:xfrm>
            <a:off x="2870200" y="2717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016000" y="42418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016000" y="4800600"/>
            <a:ext cx="452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8153400" y="23622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3" hasCustomPrompt="1"/>
            <p:custDataLst>
              <p:tags r:id="rId13"/>
            </p:custDataLst>
          </p:nvPr>
        </p:nvSpPr>
        <p:spPr>
          <a:xfrm>
            <a:off x="8509000" y="27178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6654800" y="42418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6654800" y="4800600"/>
            <a:ext cx="452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860800"/>
            <a:ext cx="5334000" cy="2387600"/>
          </a:xfrm>
          <a:custGeom>
            <a:avLst/>
            <a:gdLst>
              <a:gd name="connisteX0" fmla="*/ 0 w 5334000"/>
              <a:gd name="connsiteY0" fmla="*/ 0 h 2387600"/>
              <a:gd name="connisteX1" fmla="*/ 5334000 w 5334000"/>
              <a:gd name="connsiteY1" fmla="*/ 0 h 2387600"/>
              <a:gd name="connisteX2" fmla="*/ 5334000 w 5334000"/>
              <a:gd name="connsiteY2" fmla="*/ 2184400 h 2387600"/>
              <a:gd name="connisteX3" fmla="*/ 5130800 w 5334000"/>
              <a:gd name="connsiteY3" fmla="*/ 2387600 h 2387600"/>
              <a:gd name="connisteX4" fmla="*/ 203200 w 5334000"/>
              <a:gd name="connsiteY4" fmla="*/ 2387600 h 2387600"/>
              <a:gd name="connisteX5" fmla="*/ 0 w 5334000"/>
              <a:gd name="connsiteY5" fmla="*/ 2184400 h 2387600"/>
              <a:gd name="connisteX6" fmla="*/ 0 w 53340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165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3860800"/>
            <a:ext cx="5334000" cy="2387600"/>
          </a:xfrm>
          <a:custGeom>
            <a:avLst/>
            <a:gdLst>
              <a:gd name="connisteX0" fmla="*/ 0 w 5334000"/>
              <a:gd name="connsiteY0" fmla="*/ 0 h 2387600"/>
              <a:gd name="connisteX1" fmla="*/ 5334000 w 5334000"/>
              <a:gd name="connsiteY1" fmla="*/ 0 h 2387600"/>
              <a:gd name="connisteX2" fmla="*/ 5334000 w 5334000"/>
              <a:gd name="connsiteY2" fmla="*/ 2184400 h 2387600"/>
              <a:gd name="connisteX3" fmla="*/ 5130800 w 5334000"/>
              <a:gd name="connsiteY3" fmla="*/ 2387600 h 2387600"/>
              <a:gd name="connisteX4" fmla="*/ 203200 w 5334000"/>
              <a:gd name="connsiteY4" fmla="*/ 2387600 h 2387600"/>
              <a:gd name="connisteX5" fmla="*/ 0 w 5334000"/>
              <a:gd name="connsiteY5" fmla="*/ 2184400 h 2387600"/>
              <a:gd name="connisteX6" fmla="*/ 0 w 53340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165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7_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7752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334000"/>
            <a:ext cx="5334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1" hasCustomPrompt="1"/>
            <p:custDataLst>
              <p:tags r:id="rId9"/>
            </p:custDataLst>
          </p:nvPr>
        </p:nvSpPr>
        <p:spPr>
          <a:xfrm>
            <a:off x="62484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248400" y="47752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248400" y="5334000"/>
            <a:ext cx="5334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923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451100"/>
            <a:ext cx="6807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470400" y="44069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470400" y="4965700"/>
            <a:ext cx="6807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914400" y="18669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794000" y="2044700"/>
            <a:ext cx="84836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794000" y="2603500"/>
            <a:ext cx="848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914400" y="43815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2794000" y="4559300"/>
            <a:ext cx="84836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794000" y="5118100"/>
            <a:ext cx="848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8" hasCustomPrompt="1"/>
            <p:custDataLst>
              <p:tags r:id="rId6"/>
            </p:custDataLst>
          </p:nvPr>
        </p:nvSpPr>
        <p:spPr>
          <a:xfrm>
            <a:off x="609600" y="15240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2164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4724400"/>
            <a:ext cx="10820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7338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2590800"/>
          </a:xfrm>
          <a:custGeom>
            <a:avLst/>
            <a:gdLst>
              <a:gd name="connisteX0" fmla="*/ 0 w 10972800"/>
              <a:gd name="connsiteY0" fmla="*/ 203200 h 2590800"/>
              <a:gd name="connisteX1" fmla="*/ 203200 w 10972800"/>
              <a:gd name="connsiteY1" fmla="*/ 0 h 2590800"/>
              <a:gd name="connisteX2" fmla="*/ 10769600 w 10972800"/>
              <a:gd name="connsiteY2" fmla="*/ 0 h 2590800"/>
              <a:gd name="connisteX3" fmla="*/ 10972800 w 10972800"/>
              <a:gd name="connsiteY3" fmla="*/ 203200 h 2590800"/>
              <a:gd name="connisteX4" fmla="*/ 10972800 w 10972800"/>
              <a:gd name="connsiteY4" fmla="*/ 2387600 h 2590800"/>
              <a:gd name="connisteX5" fmla="*/ 10769600 w 10972800"/>
              <a:gd name="connsiteY5" fmla="*/ 2590800 h 2590800"/>
              <a:gd name="connisteX6" fmla="*/ 203200 w 10972800"/>
              <a:gd name="connsiteY6" fmla="*/ 2590800 h 2590800"/>
              <a:gd name="connisteX7" fmla="*/ 0 w 10972800"/>
              <a:gd name="connsiteY7" fmla="*/ 2387600 h 2590800"/>
              <a:gd name="connisteX8" fmla="*/ 0 w 10972800"/>
              <a:gd name="connsiteY8" fmla="*/ 203200 h 2590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90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87600"/>
                </a:lnTo>
                <a:cubicBezTo>
                  <a:pt x="10972800" y="2499824"/>
                  <a:pt x="10881824" y="2590800"/>
                  <a:pt x="10769600" y="2590800"/>
                </a:cubicBezTo>
                <a:lnTo>
                  <a:pt x="203200" y="2590800"/>
                </a:lnTo>
                <a:cubicBezTo>
                  <a:pt x="90976" y="2590800"/>
                  <a:pt x="0" y="2499824"/>
                  <a:pt x="0" y="2387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4648200" y="39624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1" hasCustomPrompt="1"/>
            <p:custDataLst>
              <p:tags r:id="rId8"/>
            </p:custDataLst>
          </p:nvPr>
        </p:nvSpPr>
        <p:spPr>
          <a:xfrm>
            <a:off x="4826000" y="41402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5613400" y="3810000"/>
            <a:ext cx="596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613400" y="4267200"/>
            <a:ext cx="596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4648200" y="53340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3" hasCustomPrompt="1"/>
            <p:custDataLst>
              <p:tags r:id="rId12"/>
            </p:custDataLst>
          </p:nvPr>
        </p:nvSpPr>
        <p:spPr>
          <a:xfrm>
            <a:off x="4826000" y="55118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5613400" y="5181600"/>
            <a:ext cx="596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5613400" y="5638800"/>
            <a:ext cx="596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4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5306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2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75438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19812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2540000"/>
            <a:ext cx="6019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1066800" y="34544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1066800" y="4013200"/>
            <a:ext cx="6019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1066800" y="49276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1066800" y="5486400"/>
            <a:ext cx="6019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7" Type="http://schemas.openxmlformats.org/officeDocument/2006/relationships/theme" Target="../theme/theme1.xml"/><Relationship Id="rId36" Type="http://schemas.openxmlformats.org/officeDocument/2006/relationships/tags" Target="../tags/tag274.xml"/><Relationship Id="rId35" Type="http://schemas.openxmlformats.org/officeDocument/2006/relationships/tags" Target="../tags/tag273.xml"/><Relationship Id="rId34" Type="http://schemas.openxmlformats.org/officeDocument/2006/relationships/tags" Target="../tags/tag272.xml"/><Relationship Id="rId33" Type="http://schemas.openxmlformats.org/officeDocument/2006/relationships/tags" Target="../tags/tag271.xml"/><Relationship Id="rId32" Type="http://schemas.openxmlformats.org/officeDocument/2006/relationships/tags" Target="../tags/tag270.xml"/><Relationship Id="rId31" Type="http://schemas.openxmlformats.org/officeDocument/2006/relationships/tags" Target="../tags/tag269.xml"/><Relationship Id="rId30" Type="http://schemas.openxmlformats.org/officeDocument/2006/relationships/tags" Target="../tags/tag268.xml"/><Relationship Id="rId3" Type="http://schemas.openxmlformats.org/officeDocument/2006/relationships/slideLayout" Target="../slideLayouts/slideLayout3.xml"/><Relationship Id="rId29" Type="http://schemas.openxmlformats.org/officeDocument/2006/relationships/tags" Target="../tags/tag26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9"/>
            </p:custDataLst>
          </p:nvPr>
        </p:nvSpPr>
        <p:spPr>
          <a:xfrm>
            <a:off x="0" y="11161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3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tags" Target="../tags/tag27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88.xml"/><Relationship Id="rId8" Type="http://schemas.openxmlformats.org/officeDocument/2006/relationships/tags" Target="../tags/tag287.xml"/><Relationship Id="rId7" Type="http://schemas.openxmlformats.org/officeDocument/2006/relationships/tags" Target="../tags/tag286.xml"/><Relationship Id="rId6" Type="http://schemas.openxmlformats.org/officeDocument/2006/relationships/tags" Target="../tags/tag285.xml"/><Relationship Id="rId5" Type="http://schemas.openxmlformats.org/officeDocument/2006/relationships/tags" Target="../tags/tag284.xml"/><Relationship Id="rId4" Type="http://schemas.openxmlformats.org/officeDocument/2006/relationships/tags" Target="../tags/tag283.xml"/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291.xml"/><Relationship Id="rId11" Type="http://schemas.openxmlformats.org/officeDocument/2006/relationships/tags" Target="../tags/tag290.xml"/><Relationship Id="rId10" Type="http://schemas.openxmlformats.org/officeDocument/2006/relationships/tags" Target="../tags/tag289.xml"/><Relationship Id="rId1" Type="http://schemas.openxmlformats.org/officeDocument/2006/relationships/tags" Target="../tags/tag28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8.xml"/><Relationship Id="rId8" Type="http://schemas.openxmlformats.org/officeDocument/2006/relationships/tags" Target="../tags/tag297.xml"/><Relationship Id="rId7" Type="http://schemas.openxmlformats.org/officeDocument/2006/relationships/tags" Target="../tags/tag296.xml"/><Relationship Id="rId6" Type="http://schemas.openxmlformats.org/officeDocument/2006/relationships/tags" Target="../tags/tag295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" Type="http://schemas.openxmlformats.org/officeDocument/2006/relationships/tags" Target="../tags/tag294.xml"/><Relationship Id="rId2" Type="http://schemas.openxmlformats.org/officeDocument/2006/relationships/tags" Target="../tags/tag293.xml"/><Relationship Id="rId15" Type="http://schemas.openxmlformats.org/officeDocument/2006/relationships/slideLayout" Target="../slideLayouts/slideLayout14.xml"/><Relationship Id="rId14" Type="http://schemas.openxmlformats.org/officeDocument/2006/relationships/tags" Target="../tags/tag301.xml"/><Relationship Id="rId13" Type="http://schemas.openxmlformats.org/officeDocument/2006/relationships/tags" Target="../tags/tag300.xml"/><Relationship Id="rId12" Type="http://schemas.openxmlformats.org/officeDocument/2006/relationships/tags" Target="../tags/tag299.xml"/><Relationship Id="rId11" Type="http://schemas.openxmlformats.org/officeDocument/2006/relationships/image" Target="../media/image4.svg"/><Relationship Id="rId10" Type="http://schemas.openxmlformats.org/officeDocument/2006/relationships/image" Target="../media/image3.png"/><Relationship Id="rId1" Type="http://schemas.openxmlformats.org/officeDocument/2006/relationships/tags" Target="../tags/tag29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09.xml"/><Relationship Id="rId8" Type="http://schemas.openxmlformats.org/officeDocument/2006/relationships/tags" Target="../tags/tag308.xml"/><Relationship Id="rId7" Type="http://schemas.openxmlformats.org/officeDocument/2006/relationships/tags" Target="../tags/tag307.xml"/><Relationship Id="rId6" Type="http://schemas.openxmlformats.org/officeDocument/2006/relationships/tags" Target="../tags/tag306.xml"/><Relationship Id="rId5" Type="http://schemas.openxmlformats.org/officeDocument/2006/relationships/tags" Target="../tags/tag305.xml"/><Relationship Id="rId4" Type="http://schemas.openxmlformats.org/officeDocument/2006/relationships/tags" Target="../tags/tag304.xml"/><Relationship Id="rId3" Type="http://schemas.openxmlformats.org/officeDocument/2006/relationships/image" Target="../media/image5.jpeg"/><Relationship Id="rId2" Type="http://schemas.openxmlformats.org/officeDocument/2006/relationships/tags" Target="../tags/tag303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310.xml"/><Relationship Id="rId1" Type="http://schemas.openxmlformats.org/officeDocument/2006/relationships/tags" Target="../tags/tag30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13.xml"/><Relationship Id="rId2" Type="http://schemas.openxmlformats.org/officeDocument/2006/relationships/tags" Target="../tags/tag312.xml"/><Relationship Id="rId1" Type="http://schemas.openxmlformats.org/officeDocument/2006/relationships/tags" Target="../tags/tag31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tags" Target="../tags/tag320.xml"/><Relationship Id="rId7" Type="http://schemas.openxmlformats.org/officeDocument/2006/relationships/tags" Target="../tags/tag319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4" Type="http://schemas.openxmlformats.org/officeDocument/2006/relationships/image" Target="../media/image6.jpeg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3" Type="http://schemas.openxmlformats.org/officeDocument/2006/relationships/slideLayout" Target="../slideLayouts/slideLayout16.xml"/><Relationship Id="rId12" Type="http://schemas.openxmlformats.org/officeDocument/2006/relationships/tags" Target="../tags/tag323.xml"/><Relationship Id="rId11" Type="http://schemas.openxmlformats.org/officeDocument/2006/relationships/tags" Target="../tags/tag322.xml"/><Relationship Id="rId10" Type="http://schemas.openxmlformats.org/officeDocument/2006/relationships/tags" Target="../tags/tag321.xml"/><Relationship Id="rId1" Type="http://schemas.openxmlformats.org/officeDocument/2006/relationships/tags" Target="../tags/tag31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31.xml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image" Target="../media/image8.jpeg"/><Relationship Id="rId2" Type="http://schemas.openxmlformats.org/officeDocument/2006/relationships/tags" Target="../tags/tag325.xml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332.xml"/><Relationship Id="rId1" Type="http://schemas.openxmlformats.org/officeDocument/2006/relationships/tags" Target="../tags/tag32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image" Target="../media/image9.jpeg"/><Relationship Id="rId2" Type="http://schemas.openxmlformats.org/officeDocument/2006/relationships/tags" Target="../tags/tag334.xml"/><Relationship Id="rId10" Type="http://schemas.openxmlformats.org/officeDocument/2006/relationships/slideLayout" Target="../slideLayouts/slideLayout18.xml"/><Relationship Id="rId1" Type="http://schemas.openxmlformats.org/officeDocument/2006/relationships/tags" Target="../tags/tag33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tags" Target="../tags/tag346.xml"/><Relationship Id="rId7" Type="http://schemas.openxmlformats.org/officeDocument/2006/relationships/tags" Target="../tags/tag345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ags" Target="../tags/tag344.xml"/><Relationship Id="rId3" Type="http://schemas.openxmlformats.org/officeDocument/2006/relationships/tags" Target="../tags/tag343.xml"/><Relationship Id="rId2" Type="http://schemas.openxmlformats.org/officeDocument/2006/relationships/tags" Target="../tags/tag342.xml"/><Relationship Id="rId17" Type="http://schemas.openxmlformats.org/officeDocument/2006/relationships/slideLayout" Target="../slideLayouts/slideLayout19.xml"/><Relationship Id="rId16" Type="http://schemas.openxmlformats.org/officeDocument/2006/relationships/tags" Target="../tags/tag352.xml"/><Relationship Id="rId15" Type="http://schemas.openxmlformats.org/officeDocument/2006/relationships/tags" Target="../tags/tag351.xml"/><Relationship Id="rId14" Type="http://schemas.openxmlformats.org/officeDocument/2006/relationships/tags" Target="../tags/tag350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349.xml"/><Relationship Id="rId10" Type="http://schemas.openxmlformats.org/officeDocument/2006/relationships/tags" Target="../tags/tag348.xml"/><Relationship Id="rId1" Type="http://schemas.openxmlformats.org/officeDocument/2006/relationships/tags" Target="../tags/tag34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tags" Target="../tags/tag35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62.xml"/><Relationship Id="rId8" Type="http://schemas.openxmlformats.org/officeDocument/2006/relationships/tags" Target="../tags/tag361.xml"/><Relationship Id="rId7" Type="http://schemas.openxmlformats.org/officeDocument/2006/relationships/tags" Target="../tags/tag360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7" Type="http://schemas.openxmlformats.org/officeDocument/2006/relationships/slideLayout" Target="../slideLayouts/slideLayout20.xml"/><Relationship Id="rId16" Type="http://schemas.openxmlformats.org/officeDocument/2006/relationships/tags" Target="../tags/tag367.xml"/><Relationship Id="rId15" Type="http://schemas.openxmlformats.org/officeDocument/2006/relationships/tags" Target="../tags/tag366.xml"/><Relationship Id="rId14" Type="http://schemas.openxmlformats.org/officeDocument/2006/relationships/tags" Target="../tags/tag365.xml"/><Relationship Id="rId13" Type="http://schemas.openxmlformats.org/officeDocument/2006/relationships/image" Target="../media/image11.svg"/><Relationship Id="rId12" Type="http://schemas.openxmlformats.org/officeDocument/2006/relationships/image" Target="../media/image10.png"/><Relationship Id="rId11" Type="http://schemas.openxmlformats.org/officeDocument/2006/relationships/tags" Target="../tags/tag364.xml"/><Relationship Id="rId10" Type="http://schemas.openxmlformats.org/officeDocument/2006/relationships/tags" Target="../tags/tag363.xml"/><Relationship Id="rId1" Type="http://schemas.openxmlformats.org/officeDocument/2006/relationships/tags" Target="../tags/tag35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jpeg"/><Relationship Id="rId8" Type="http://schemas.openxmlformats.org/officeDocument/2006/relationships/tags" Target="../tags/tag374.xml"/><Relationship Id="rId7" Type="http://schemas.openxmlformats.org/officeDocument/2006/relationships/tags" Target="../tags/tag373.xml"/><Relationship Id="rId6" Type="http://schemas.openxmlformats.org/officeDocument/2006/relationships/tags" Target="../tags/tag372.xml"/><Relationship Id="rId5" Type="http://schemas.openxmlformats.org/officeDocument/2006/relationships/tags" Target="../tags/tag371.xml"/><Relationship Id="rId4" Type="http://schemas.openxmlformats.org/officeDocument/2006/relationships/image" Target="../media/image12.jpeg"/><Relationship Id="rId3" Type="http://schemas.openxmlformats.org/officeDocument/2006/relationships/tags" Target="../tags/tag370.xml"/><Relationship Id="rId2" Type="http://schemas.openxmlformats.org/officeDocument/2006/relationships/tags" Target="../tags/tag369.xml"/><Relationship Id="rId13" Type="http://schemas.openxmlformats.org/officeDocument/2006/relationships/slideLayout" Target="../slideLayouts/slideLayout21.xml"/><Relationship Id="rId12" Type="http://schemas.openxmlformats.org/officeDocument/2006/relationships/tags" Target="../tags/tag377.xml"/><Relationship Id="rId11" Type="http://schemas.openxmlformats.org/officeDocument/2006/relationships/tags" Target="../tags/tag376.xml"/><Relationship Id="rId10" Type="http://schemas.openxmlformats.org/officeDocument/2006/relationships/tags" Target="../tags/tag375.xml"/><Relationship Id="rId1" Type="http://schemas.openxmlformats.org/officeDocument/2006/relationships/tags" Target="../tags/tag36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84.xml"/><Relationship Id="rId8" Type="http://schemas.openxmlformats.org/officeDocument/2006/relationships/tags" Target="../tags/tag383.xml"/><Relationship Id="rId7" Type="http://schemas.openxmlformats.org/officeDocument/2006/relationships/image" Target="../media/image15.jpeg"/><Relationship Id="rId6" Type="http://schemas.openxmlformats.org/officeDocument/2006/relationships/tags" Target="../tags/tag382.xml"/><Relationship Id="rId5" Type="http://schemas.openxmlformats.org/officeDocument/2006/relationships/tags" Target="../tags/tag381.xml"/><Relationship Id="rId4" Type="http://schemas.openxmlformats.org/officeDocument/2006/relationships/tags" Target="../tags/tag380.xml"/><Relationship Id="rId3" Type="http://schemas.openxmlformats.org/officeDocument/2006/relationships/image" Target="../media/image14.jpeg"/><Relationship Id="rId2" Type="http://schemas.openxmlformats.org/officeDocument/2006/relationships/tags" Target="../tags/tag379.xml"/><Relationship Id="rId11" Type="http://schemas.openxmlformats.org/officeDocument/2006/relationships/slideLayout" Target="../slideLayouts/slideLayout22.xml"/><Relationship Id="rId10" Type="http://schemas.openxmlformats.org/officeDocument/2006/relationships/tags" Target="../tags/tag385.xml"/><Relationship Id="rId1" Type="http://schemas.openxmlformats.org/officeDocument/2006/relationships/tags" Target="../tags/tag37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88.xml"/><Relationship Id="rId2" Type="http://schemas.openxmlformats.org/officeDocument/2006/relationships/tags" Target="../tags/tag387.xml"/><Relationship Id="rId1" Type="http://schemas.openxmlformats.org/officeDocument/2006/relationships/tags" Target="../tags/tag38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jpeg"/><Relationship Id="rId8" Type="http://schemas.openxmlformats.org/officeDocument/2006/relationships/tags" Target="../tags/tag395.xml"/><Relationship Id="rId7" Type="http://schemas.openxmlformats.org/officeDocument/2006/relationships/tags" Target="../tags/tag394.xml"/><Relationship Id="rId6" Type="http://schemas.openxmlformats.org/officeDocument/2006/relationships/tags" Target="../tags/tag393.xml"/><Relationship Id="rId5" Type="http://schemas.openxmlformats.org/officeDocument/2006/relationships/tags" Target="../tags/tag392.xml"/><Relationship Id="rId4" Type="http://schemas.openxmlformats.org/officeDocument/2006/relationships/image" Target="../media/image16.jpeg"/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3" Type="http://schemas.openxmlformats.org/officeDocument/2006/relationships/slideLayout" Target="../slideLayouts/slideLayout23.xml"/><Relationship Id="rId12" Type="http://schemas.openxmlformats.org/officeDocument/2006/relationships/tags" Target="../tags/tag398.xml"/><Relationship Id="rId11" Type="http://schemas.openxmlformats.org/officeDocument/2006/relationships/tags" Target="../tags/tag397.xml"/><Relationship Id="rId10" Type="http://schemas.openxmlformats.org/officeDocument/2006/relationships/tags" Target="../tags/tag396.xml"/><Relationship Id="rId1" Type="http://schemas.openxmlformats.org/officeDocument/2006/relationships/tags" Target="../tags/tag38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jpeg"/><Relationship Id="rId8" Type="http://schemas.openxmlformats.org/officeDocument/2006/relationships/tags" Target="../tags/tag405.xml"/><Relationship Id="rId7" Type="http://schemas.openxmlformats.org/officeDocument/2006/relationships/tags" Target="../tags/tag404.xml"/><Relationship Id="rId6" Type="http://schemas.openxmlformats.org/officeDocument/2006/relationships/tags" Target="../tags/tag403.xml"/><Relationship Id="rId5" Type="http://schemas.openxmlformats.org/officeDocument/2006/relationships/tags" Target="../tags/tag402.xml"/><Relationship Id="rId4" Type="http://schemas.openxmlformats.org/officeDocument/2006/relationships/image" Target="../media/image18.jpeg"/><Relationship Id="rId3" Type="http://schemas.openxmlformats.org/officeDocument/2006/relationships/tags" Target="../tags/tag401.xml"/><Relationship Id="rId2" Type="http://schemas.openxmlformats.org/officeDocument/2006/relationships/tags" Target="../tags/tag400.xml"/><Relationship Id="rId13" Type="http://schemas.openxmlformats.org/officeDocument/2006/relationships/slideLayout" Target="../slideLayouts/slideLayout24.xml"/><Relationship Id="rId12" Type="http://schemas.openxmlformats.org/officeDocument/2006/relationships/tags" Target="../tags/tag408.xml"/><Relationship Id="rId11" Type="http://schemas.openxmlformats.org/officeDocument/2006/relationships/tags" Target="../tags/tag407.xml"/><Relationship Id="rId10" Type="http://schemas.openxmlformats.org/officeDocument/2006/relationships/tags" Target="../tags/tag406.xml"/><Relationship Id="rId1" Type="http://schemas.openxmlformats.org/officeDocument/2006/relationships/tags" Target="../tags/tag39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7" Type="http://schemas.openxmlformats.org/officeDocument/2006/relationships/tags" Target="../tags/tag414.xml"/><Relationship Id="rId6" Type="http://schemas.openxmlformats.org/officeDocument/2006/relationships/tags" Target="../tags/tag413.xml"/><Relationship Id="rId5" Type="http://schemas.openxmlformats.org/officeDocument/2006/relationships/tags" Target="../tags/tag412.xml"/><Relationship Id="rId4" Type="http://schemas.openxmlformats.org/officeDocument/2006/relationships/tags" Target="../tags/tag411.xml"/><Relationship Id="rId3" Type="http://schemas.openxmlformats.org/officeDocument/2006/relationships/image" Target="../media/image20.jpeg"/><Relationship Id="rId2" Type="http://schemas.openxmlformats.org/officeDocument/2006/relationships/tags" Target="../tags/tag410.xml"/><Relationship Id="rId1" Type="http://schemas.openxmlformats.org/officeDocument/2006/relationships/tags" Target="../tags/tag40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20.xml"/><Relationship Id="rId8" Type="http://schemas.openxmlformats.org/officeDocument/2006/relationships/tags" Target="../tags/tag419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tags" Target="../tags/tag418.xml"/><Relationship Id="rId4" Type="http://schemas.openxmlformats.org/officeDocument/2006/relationships/tags" Target="../tags/tag417.xml"/><Relationship Id="rId3" Type="http://schemas.openxmlformats.org/officeDocument/2006/relationships/image" Target="../media/image21.jpeg"/><Relationship Id="rId2" Type="http://schemas.openxmlformats.org/officeDocument/2006/relationships/tags" Target="../tags/tag416.xml"/><Relationship Id="rId17" Type="http://schemas.openxmlformats.org/officeDocument/2006/relationships/slideLayout" Target="../slideLayouts/slideLayout26.xml"/><Relationship Id="rId16" Type="http://schemas.openxmlformats.org/officeDocument/2006/relationships/tags" Target="../tags/tag425.xml"/><Relationship Id="rId15" Type="http://schemas.openxmlformats.org/officeDocument/2006/relationships/tags" Target="../tags/tag424.xml"/><Relationship Id="rId14" Type="http://schemas.openxmlformats.org/officeDocument/2006/relationships/tags" Target="../tags/tag423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422.xml"/><Relationship Id="rId10" Type="http://schemas.openxmlformats.org/officeDocument/2006/relationships/tags" Target="../tags/tag421.xml"/><Relationship Id="rId1" Type="http://schemas.openxmlformats.org/officeDocument/2006/relationships/tags" Target="../tags/tag41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433.xml"/><Relationship Id="rId8" Type="http://schemas.openxmlformats.org/officeDocument/2006/relationships/tags" Target="../tags/tag432.xml"/><Relationship Id="rId7" Type="http://schemas.openxmlformats.org/officeDocument/2006/relationships/tags" Target="../tags/tag431.xml"/><Relationship Id="rId6" Type="http://schemas.openxmlformats.org/officeDocument/2006/relationships/tags" Target="../tags/tag430.xml"/><Relationship Id="rId5" Type="http://schemas.openxmlformats.org/officeDocument/2006/relationships/tags" Target="../tags/tag429.xml"/><Relationship Id="rId4" Type="http://schemas.openxmlformats.org/officeDocument/2006/relationships/tags" Target="../tags/tag428.xml"/><Relationship Id="rId3" Type="http://schemas.openxmlformats.org/officeDocument/2006/relationships/image" Target="../media/image22.jpeg"/><Relationship Id="rId2" Type="http://schemas.openxmlformats.org/officeDocument/2006/relationships/tags" Target="../tags/tag427.xml"/><Relationship Id="rId11" Type="http://schemas.openxmlformats.org/officeDocument/2006/relationships/slideLayout" Target="../slideLayouts/slideLayout27.xml"/><Relationship Id="rId10" Type="http://schemas.openxmlformats.org/officeDocument/2006/relationships/tags" Target="../tags/tag434.xml"/><Relationship Id="rId1" Type="http://schemas.openxmlformats.org/officeDocument/2006/relationships/tags" Target="../tags/tag426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442.xml"/><Relationship Id="rId8" Type="http://schemas.openxmlformats.org/officeDocument/2006/relationships/tags" Target="../tags/tag441.xml"/><Relationship Id="rId7" Type="http://schemas.openxmlformats.org/officeDocument/2006/relationships/tags" Target="../tags/tag440.xml"/><Relationship Id="rId6" Type="http://schemas.openxmlformats.org/officeDocument/2006/relationships/tags" Target="../tags/tag439.xml"/><Relationship Id="rId5" Type="http://schemas.openxmlformats.org/officeDocument/2006/relationships/tags" Target="../tags/tag438.xml"/><Relationship Id="rId4" Type="http://schemas.openxmlformats.org/officeDocument/2006/relationships/tags" Target="../tags/tag437.xml"/><Relationship Id="rId3" Type="http://schemas.openxmlformats.org/officeDocument/2006/relationships/image" Target="../media/image23.jpeg"/><Relationship Id="rId2" Type="http://schemas.openxmlformats.org/officeDocument/2006/relationships/tags" Target="../tags/tag436.xml"/><Relationship Id="rId12" Type="http://schemas.openxmlformats.org/officeDocument/2006/relationships/slideLayout" Target="../slideLayouts/slideLayout28.xml"/><Relationship Id="rId11" Type="http://schemas.openxmlformats.org/officeDocument/2006/relationships/tags" Target="../tags/tag444.xml"/><Relationship Id="rId10" Type="http://schemas.openxmlformats.org/officeDocument/2006/relationships/tags" Target="../tags/tag443.xml"/><Relationship Id="rId1" Type="http://schemas.openxmlformats.org/officeDocument/2006/relationships/tags" Target="../tags/tag435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448.xml"/><Relationship Id="rId3" Type="http://schemas.openxmlformats.org/officeDocument/2006/relationships/tags" Target="../tags/tag447.xml"/><Relationship Id="rId2" Type="http://schemas.openxmlformats.org/officeDocument/2006/relationships/tags" Target="../tags/tag446.xml"/><Relationship Id="rId1" Type="http://schemas.openxmlformats.org/officeDocument/2006/relationships/tags" Target="../tags/tag4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9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2026/04/20</a:t>
            </a:r>
            <a:endParaRPr lang="en-US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文字文稿1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390"/>
            <p:custDataLst>
              <p:tags r:id="rId4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汇报人: Muhammad Umar Farooq Qaisar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070350" y="2133600"/>
            <a:ext cx="7258050" cy="2590800"/>
            <a:chOff x="6410" y="3360"/>
            <a:chExt cx="11430" cy="4080"/>
          </a:xfrm>
        </p:grpSpPr>
      </p:grp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z="2200"/>
              <a:t>Bullet points</a:t>
            </a:r>
            <a:endParaRPr lang="zh-CN" altLang="en-US" sz="2200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 sz="2200"/>
              <a:t>Speaker notes</a:t>
            </a:r>
            <a:endParaRPr lang="zh-CN" altLang="en-US" sz="22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Core Challenges Summary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What is ISAC for 6G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09600" y="2413000"/>
            <a:ext cx="10972800" cy="2946400"/>
            <a:chOff x="960" y="3800"/>
            <a:chExt cx="17280" cy="4640"/>
          </a:xfrm>
        </p:grpSpPr>
      </p:grp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1" name="图片占位符 10" descr="base\assets\7"/>
          <p:cNvPicPr>
            <a:picLocks noChangeAspect="1"/>
          </p:cNvPicPr>
          <p:nvPr>
            <p:ph type="pic" idx="16390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4000" y="2768600"/>
            <a:ext cx="812800" cy="8128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ISAC Definition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Deep integration of communication and sensing via unified signal processing, hardware, and waveforms.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3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base\assets\8"/>
          <p:cNvPicPr>
            <a:picLocks noChangeAspect="1"/>
          </p:cNvPicPr>
          <p:nvPr>
            <p:ph type="pic" idx="16392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85200" y="2768600"/>
            <a:ext cx="812800" cy="8128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ISAC Advantages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Improves spectral efficiency, reduces cost/energy use, enables real-time environmental intelligence.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What is ISAC for 6G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5257800" y="2184400"/>
            <a:ext cx="6324600" cy="4064000"/>
            <a:chOff x="8280" y="3440"/>
            <a:chExt cx="9960" cy="6400"/>
          </a:xfrm>
        </p:grpSpPr>
      </p:grpSp>
      <p:pic>
        <p:nvPicPr>
          <p:cNvPr id="14" name="内容占位符 13" descr="4ed979a49f9b0e116d1c5fb169299893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21799" r="22505"/>
          <a:stretch>
            <a:fillRect/>
          </a:stretch>
        </p:blipFill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6G Role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Evolves to dual-function joint transceivers, cornerstone of adaptive intelligent systems.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Key Technologies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RIS enhances coverage, AI optimizes performance, novel waveforms improve accuracy/robustness.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Bullet points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Standardization</a:t>
            </a:r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8" name="图片占位符 17" descr="c8407cccec5d977012a41431f8461180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1695" b="1695"/>
          <a:stretch>
            <a:fillRect/>
          </a:stretch>
        </p:blipFill>
        <p:spPr>
          <a:xfrm>
            <a:off x="6096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946400 h 2946400"/>
              <a:gd name="connisteX5" fmla="*/ 0 w 5334000"/>
              <a:gd name="connsiteY5" fmla="*/ 2946400 h 2946400"/>
              <a:gd name="connisteX6" fmla="*/ 0 w 53340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Leading Organizations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3GPP Rel‑19/20, IEEE 802.11bf, ETSI ISG lead standardization efforts.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72015639a808119222932fdc493d55d9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8078" b="8078"/>
          <a:stretch>
            <a:fillRect/>
          </a:stretch>
        </p:blipFill>
        <p:spPr>
          <a:xfrm>
            <a:off x="62484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946400 h 2946400"/>
              <a:gd name="connisteX5" fmla="*/ 0 w 5334000"/>
              <a:gd name="connsiteY5" fmla="*/ 2946400 h 2946400"/>
              <a:gd name="connisteX6" fmla="*/ 0 w 53340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Key Responsibilities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Define architectures and KPIs, details on pages 20–22.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Applications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09600" y="2794000"/>
            <a:ext cx="4876800" cy="3454400"/>
            <a:chOff x="960" y="4400"/>
            <a:chExt cx="7680" cy="5440"/>
          </a:xfrm>
        </p:grpSpPr>
      </p:grpSp>
      <p:pic>
        <p:nvPicPr>
          <p:cNvPr id="14" name="内容占位符 13" descr="ee715b5aa8055eaee97717b932eae128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22613" r="22672"/>
          <a:stretch>
            <a:fillRect/>
          </a:stretch>
        </p:blipFill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Intelligent transportation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Cm-level positioning for intelligent transportation applications.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Industrial IoT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Industrial IoT as an application scenario mentioned.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Applications</a:t>
            </a: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6553200" y="2108200"/>
            <a:ext cx="4572000" cy="3556000"/>
            <a:chOff x="10320" y="3320"/>
            <a:chExt cx="7200" cy="5600"/>
          </a:xfrm>
        </p:grpSpPr>
      </p:grpSp>
      <p:pic>
        <p:nvPicPr>
          <p:cNvPr id="13" name="内容占位符 12" descr="5433af045058b45f98a7fe162c8cfb86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3740" r="17975"/>
          <a:stretch>
            <a:fillRect/>
          </a:stretch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Immersive XR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Immersive XR included in application scenarios.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Info pages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Relevant info on pages 21 and 26 for applications.</a:t>
            </a:r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Testbeds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4" name="图片占位符 13" descr="base\assets\7"/>
          <p:cNvPicPr>
            <a:picLocks noChangeAspect="1"/>
          </p:cNvPicPr>
          <p:nvPr>
            <p:ph type="pic" idx="16390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70200" y="2565400"/>
            <a:ext cx="812800" cy="8128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Testbeds content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Involves mmWave prototyping platforms, driving algorithm validation, covered in pages 23–24.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3" name="图片占位符 12" descr="base\assets\8"/>
          <p:cNvPicPr>
            <a:picLocks noChangeAspect="1"/>
          </p:cNvPicPr>
          <p:nvPr>
            <p:ph type="pic" idx="16393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09000" y="2565400"/>
            <a:ext cx="812800" cy="81280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Datasets content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Includes multi-modal datasets, aiding algorithm validation, covered in pages 23–24.</a:t>
            </a:r>
            <a:endParaRPr lang="zh-CN" altLang="en-US"/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Speaker notes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Base Station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4" name="图片占位符 13" descr="base\assets\7"/>
          <p:cNvPicPr>
            <a:picLocks noChangeAspect="1"/>
          </p:cNvPicPr>
          <p:nvPr>
            <p:ph type="pic" idx="16390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70200" y="2717800"/>
            <a:ext cx="812800" cy="8128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Industry Leaders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Companies like Huawei and Nokia are leading base station transformation efforts.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3" name="图片占位符 12" descr="base\assets\2"/>
          <p:cNvPicPr>
            <a:picLocks noChangeAspect="1"/>
          </p:cNvPicPr>
          <p:nvPr>
            <p:ph type="pic" idx="16393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09000" y="2717800"/>
            <a:ext cx="812800" cy="81280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Functional Transformation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Base stations are being turned into multi-function sensing-communication hubs.</a:t>
            </a:r>
            <a:endParaRPr lang="zh-CN" altLang="en-US"/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RIS Sensing</a:t>
            </a:r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b7699ebe9d23ae57a8829df5414bfde1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7802" r="6802"/>
          <a:stretch>
            <a:fillRect/>
          </a:stretch>
        </p:blipFill>
        <p:spPr>
          <a:xfrm>
            <a:off x="6096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RIS Sensing Improvement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Testbeds indicate RIS enhances sensing fidelity in complex environments (page 23).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561551aba02f6333786a50cc7aeb6df3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6190" b="6190"/>
          <a:stretch>
            <a:fillRect/>
          </a:stretch>
        </p:blipFill>
        <p:spPr>
          <a:xfrm>
            <a:off x="62484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RIS Sensing Bottleneck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Lack of unified evaluation standards remains a key issue (page 24).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ISAC Application</a:t>
            </a:r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pic>
        <p:nvPicPr>
          <p:cNvPr id="15" name="内容占位符 14" descr="8c074c7f6bbb7a54b53f23c98cda59c0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15629"/>
          <a:stretch>
            <a:fillRect/>
          </a:stretch>
        </p:blipFill>
        <p:spPr>
          <a:xfrm>
            <a:off x="6096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Application Area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Autonomous driving applications require ISAC for cooperative sensing.</a:t>
            </a:r>
            <a:endParaRPr lang="zh-CN" altLang="en-US"/>
          </a:p>
        </p:txBody>
      </p:sp>
      <p:pic>
        <p:nvPicPr>
          <p:cNvPr id="16" name="内容占位符 15" descr="7567e1ab58dedc1c81d293f051af1055"/>
          <p:cNvPicPr>
            <a:picLocks noChangeAspect="1"/>
          </p:cNvPicPr>
          <p:nvPr>
            <p:ph idx="16391"/>
            <p:custDataLst>
              <p:tags r:id="rId6"/>
            </p:custDataLst>
          </p:nvPr>
        </p:nvPicPr>
        <p:blipFill>
          <a:blip r:embed="rId7"/>
          <a:srcRect t="17118"/>
          <a:stretch>
            <a:fillRect/>
          </a:stretch>
        </p:blipFill>
        <p:spPr>
          <a:xfrm>
            <a:off x="62484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Performance Requirement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Achieves cooperative sensing with millisecond-level latency.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Core Challenges Summary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Slide Content：ISAC Obstacles</a:t>
            </a:r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b15af5ae2f23cb6b620343e1c3d5790e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6758"/>
          <a:stretch>
            <a:fillRect/>
          </a:stretch>
        </p:blipFill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Interference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Sensing and communication share resources, causing mutual interference needing dynamic beamforming, scheduling, and AI-adjusted real-time waveforms.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147df19e42dae6ad185b8245a2d7a3a7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r="7897"/>
          <a:stretch>
            <a:fillRect/>
          </a:stretch>
        </p:blipFill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Hardware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Non-linear effects and phase noise in mmWave/THz bands limit performance, and full-duplex designs must address self-interference.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Slide Content：ISAC Obstacles</a:t>
            </a:r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b4a9514049d19655c0fa22410e8ae4d1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18669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Protocol Issue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Missing cross-layer protocols hinder multi-vendor interoperability, highest priority per Table VIII.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2a978b5afd86a75ccab65ae2b77ec11a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15706" r="16647"/>
          <a:stretch>
            <a:fillRect/>
          </a:stretch>
        </p:blipFill>
        <p:spPr>
          <a:xfrm>
            <a:off x="914400" y="43815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Privacy Problem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Privacy frameworks lacking, prominent in human-centric sensing applications (pages 25,28).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Slide Content：ISAC Obstacles</a:t>
            </a:r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09600" y="4216400"/>
            <a:ext cx="10972800" cy="2032000"/>
            <a:chOff x="960" y="6640"/>
            <a:chExt cx="17280" cy="3200"/>
          </a:xfrm>
        </p:grpSpPr>
      </p:grpSp>
      <p:pic>
        <p:nvPicPr>
          <p:cNvPr id="10" name="内容占位符 9" descr="9a62c85026072093626ae9178a013ee2"/>
          <p:cNvPicPr>
            <a:picLocks noChangeAspect="1"/>
          </p:cNvPicPr>
          <p:nvPr>
            <p:ph idx="16388"/>
            <p:custDataLst>
              <p:tags r:id="rId2"/>
            </p:custDataLst>
          </p:nvPr>
        </p:nvPicPr>
        <p:blipFill>
          <a:blip r:embed="rId3"/>
          <a:srcRect t="1648" b="1648"/>
          <a:stretch>
            <a:fillRect/>
          </a:stretch>
        </p:blipFill>
        <p:spPr>
          <a:xfrm>
            <a:off x="609600" y="15240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89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KPI Unification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3GPP needs to unify sensing (e.g., detection probability) and communication KPIs (e.g., throughput).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Slide Content：Future ISAC</a:t>
            </a:r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4648200" y="3810000"/>
            <a:ext cx="6934200" cy="2438400"/>
            <a:chOff x="7320" y="6000"/>
            <a:chExt cx="10920" cy="3840"/>
          </a:xfrm>
        </p:grpSpPr>
      </p:grpSp>
      <p:pic>
        <p:nvPicPr>
          <p:cNvPr id="17" name="内容占位符 16" descr="d64a9cea5547f52ddc245e069d48037c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1592"/>
          <a:stretch>
            <a:fillRect/>
          </a:stretch>
        </p:blipFill>
        <p:spPr>
          <a:xfrm>
            <a:off x="609600" y="609600"/>
            <a:ext cx="10972800" cy="2590800"/>
          </a:xfrm>
          <a:custGeom>
            <a:avLst/>
            <a:gdLst>
              <a:gd name="connisteX0" fmla="*/ 0 w 10972800"/>
              <a:gd name="connsiteY0" fmla="*/ 203200 h 2590800"/>
              <a:gd name="connisteX1" fmla="*/ 203200 w 10972800"/>
              <a:gd name="connsiteY1" fmla="*/ 0 h 2590800"/>
              <a:gd name="connisteX2" fmla="*/ 10769600 w 10972800"/>
              <a:gd name="connsiteY2" fmla="*/ 0 h 2590800"/>
              <a:gd name="connisteX3" fmla="*/ 10972800 w 10972800"/>
              <a:gd name="connsiteY3" fmla="*/ 203200 h 2590800"/>
              <a:gd name="connisteX4" fmla="*/ 10972800 w 10972800"/>
              <a:gd name="connsiteY4" fmla="*/ 2387600 h 2590800"/>
              <a:gd name="connisteX5" fmla="*/ 10769600 w 10972800"/>
              <a:gd name="connsiteY5" fmla="*/ 2590800 h 2590800"/>
              <a:gd name="connisteX6" fmla="*/ 203200 w 10972800"/>
              <a:gd name="connsiteY6" fmla="*/ 2590800 h 2590800"/>
              <a:gd name="connisteX7" fmla="*/ 0 w 10972800"/>
              <a:gd name="connsiteY7" fmla="*/ 2387600 h 2590800"/>
              <a:gd name="connisteX8" fmla="*/ 0 w 10972800"/>
              <a:gd name="connsiteY8" fmla="*/ 203200 h 2590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90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87600"/>
                </a:lnTo>
                <a:cubicBezTo>
                  <a:pt x="10972800" y="2499824"/>
                  <a:pt x="10881824" y="2590800"/>
                  <a:pt x="10769600" y="2590800"/>
                </a:cubicBezTo>
                <a:lnTo>
                  <a:pt x="203200" y="2590800"/>
                </a:lnTo>
                <a:cubicBezTo>
                  <a:pt x="90976" y="2590800"/>
                  <a:pt x="0" y="2499824"/>
                  <a:pt x="0" y="2387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3" name="图片占位符 12" descr="base\assets\7"/>
          <p:cNvPicPr>
            <a:picLocks noChangeAspect="1"/>
          </p:cNvPicPr>
          <p:nvPr>
            <p:ph type="pic" idx="16391"/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6000" y="4140200"/>
            <a:ext cx="406400" cy="4064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Evolution Phases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z="1400"/>
              <a:t>Shifts from data transmission to task-relevant info extraction, evolving in three phases.</a:t>
            </a:r>
            <a:endParaRPr lang="zh-CN" altLang="en-US" sz="1400"/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base\assets\8"/>
          <p:cNvPicPr>
            <a:picLocks noChangeAspect="1"/>
          </p:cNvPicPr>
          <p:nvPr>
            <p:ph type="pic" idx="16393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26000" y="5511800"/>
            <a:ext cx="406400" cy="40640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Focus Areas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Currently focused on constrained scenarios like industrial robots, long-term goal to quantify task-critical info with "semantic entropy".</a:t>
            </a:r>
            <a:endParaRPr lang="zh-CN" altLang="en-US"/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Slide Content：Future ISAC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609600" y="4521200"/>
            <a:ext cx="10972800" cy="1727200"/>
            <a:chOff x="960" y="7120"/>
            <a:chExt cx="17280" cy="2720"/>
          </a:xfrm>
        </p:grpSpPr>
      </p:grpSp>
      <p:pic>
        <p:nvPicPr>
          <p:cNvPr id="13" name="内容占位符 12" descr="2a513ae33b014d5e66ee67259a36ef13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1509" r="1683"/>
          <a:stretch>
            <a:fillRect/>
          </a:stretch>
        </p:blipFill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Quantum Integration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Involves quantum sensing improving accuracy and quantum security enhancing communication.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Current Status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At TRL 1 - 2, facing challenges like cryogenic hardware, expected to mature after 6G.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Slide Content：Future ISAC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066800" y="1981200"/>
            <a:ext cx="6019800" cy="3810000"/>
            <a:chOff x="1680" y="3120"/>
            <a:chExt cx="9480" cy="6000"/>
          </a:xfrm>
        </p:grpSpPr>
      </p:grpSp>
      <p:pic>
        <p:nvPicPr>
          <p:cNvPr id="14" name="内容占位符 13" descr="c7f57e85c9502be392cd6c9851931cff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23111" r="7346"/>
          <a:stretch>
            <a:fillRect/>
          </a:stretch>
        </p:blipFill>
        <p:spPr>
          <a:xfrm>
            <a:off x="75438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Security Defense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Cross-layer mechanisms against eavesdropping and tampering for security.</a:t>
            </a:r>
            <a:endParaRPr lang="zh-CN" altLang="en-US" sz="1100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Spectrum Regulation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 sz="1100"/>
              <a:t>Dynamic spectrum-sharing regulations need improvement for future ISAC.</a:t>
            </a:r>
            <a:endParaRPr lang="zh-CN" altLang="en-US" sz="1100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Algorithm Design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Anti-jamming algorithms and privacy-preserving sensing protocols must be designed.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90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6388"/>
            <p:custDataLst>
              <p:tags r:id="rId3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INDEX" val="40490190"/>
  <p:tag name="KSO_WM_TEMPLATE_CATEGORY" val="custom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90"/>
  <p:tag name="KSO_WM_TEMPLATE_CATEGORY" val="custom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ISNUMDGMTITLE" val="0"/>
  <p:tag name="KSO_WM_TEMPLATE_INDEX" val="40490190"/>
  <p:tag name="KSO_WM_TEMPLATE_CATEGORY" val="custom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  <p:tag name="KSO_WM_TEMPLATE_INDEX" val="40490190"/>
  <p:tag name="KSO_WM_TEMPLATE_CATEGORY" val="custom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ISNUMDGMTITLE" val="0"/>
  <p:tag name="KSO_WM_TEMPLATE_INDEX" val="40490190"/>
  <p:tag name="KSO_WM_TEMPLATE_CATEGORY" val="custom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  <p:tag name="KSO_WM_TEMPLATE_INDEX" val="40490190"/>
  <p:tag name="KSO_WM_TEMPLATE_CATEGORY" val="custom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ISNUMDGMTITLE" val="0"/>
  <p:tag name="KSO_WM_TEMPLATE_INDEX" val="40490190"/>
  <p:tag name="KSO_WM_TEMPLATE_CATEGORY" val="custom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  <p:tag name="KSO_WM_TEMPLATE_INDEX" val="40490190"/>
  <p:tag name="KSO_WM_TEMPLATE_CATEGORY" val="custom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90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4.xml><?xml version="1.0" encoding="utf-8"?>
<p:tagLst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9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5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7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085f0eea0a8522f045b09466ecd57e15222ceea4"/>
  <p:tag name="KSO_WM_NEWLAYOUT_ID" val="3079"/>
  <p:tag name="KSO_WM_FIGMA_FLAG" val="#fgm#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90"/>
  <p:tag name="KSO_WM_TEMPLATE_CATEGORY" val="custom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3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54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90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  <p:tag name="KSO_WM_UNIT_ISNUMDGMTITLE" val="0"/>
  <p:tag name="KSO_WM_TEMPLATE_INDEX" val="40490190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9.xml><?xml version="1.0" encoding="utf-8"?>
<p:tagLst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11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0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82faa53ea7bd7c03ff8f580e841f147a53f78d3a"/>
  <p:tag name="KSO_WM_NEWLAYOUT_ID" val="3091"/>
  <p:tag name="KSO_WM_FIGMA_FLAG" val="#fgm#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d03c7413b81224e471483368f5f8514433165ee"/>
  <p:tag name="KSO_WM_NEWLAYOUT_ID" val="1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6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7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7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f2363d545a8a3084dd9b80a8543a88c2cf7b4ab"/>
  <p:tag name="KSO_WM_NEWLAYOUT_GROUP_ID" val="layout_1-5"/>
  <p:tag name="KSO_WM_NEWLAYOUT_ID" val="slide_063b19861dc0a508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8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8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9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fc7668dd7f2ce5612e5a9e3812950e3f3016c99"/>
  <p:tag name="KSO_WM_NEWLAYOUT_GROUP_ID" val="layout_3"/>
  <p:tag name="KSO_WM_NEWLAYOUT_ID" val="slide_b8e828ad14c33e48"/>
</p:tagLst>
</file>

<file path=ppt/tags/tag9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98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2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1063d42e23e87b0229d5d70ae65426c3e56a3a"/>
  <p:tag name="KSO_WM_NEWLAYOUT_GROUP_ID" val="layout_30"/>
  <p:tag name="KSO_WM_NEWLAYOUT_ID" val="slide_e6fc15e515dead05"/>
</p:tagLst>
</file>

<file path=ppt/tags/tag1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1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73a6f019b099083fa3bb8500b7568fbf0e74d7d"/>
  <p:tag name="KSO_WM_NEWLAYOUT_GROUP_ID" val="layout_2"/>
  <p:tag name="KSO_WM_NEWLAYOUT_ID" val="slide_f929b4a25ec12823"/>
</p:tagLst>
</file>

<file path=ppt/tags/tag12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788c41f2546b74095598bf858320c7976cd1ae3"/>
  <p:tag name="KSO_WM_NEWLAYOUT_GROUP_ID" val="layout_6"/>
  <p:tag name="KSO_WM_NEWLAYOUT_ID" val="slide_e87187570ab29065"/>
</p:tagLst>
</file>

<file path=ppt/tags/tag1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b04b1f58cc9741b37d8e0af4e33f38a7f40d6ff"/>
  <p:tag name="KSO_WM_NEWLAYOUT_GROUP_ID" val="layout_60"/>
  <p:tag name="KSO_WM_NEWLAYOUT_ID" val="slide_7a497b07d3397511"/>
</p:tagLst>
</file>

<file path=ppt/tags/tag1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4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fbd4bcc5869c92e93608d8fa8920df03647506c"/>
  <p:tag name="KSO_WM_NEWLAYOUT_GROUP_ID" val="layout_54"/>
  <p:tag name="KSO_WM_NEWLAYOUT_ID" val="slide_7f2a8194a3070527"/>
</p:tagLst>
</file>

<file path=ppt/tags/tag1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5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5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60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9e54c92d5755fb96b408b76f3a820f967d2a200"/>
  <p:tag name="KSO_WM_NEWLAYOUT_GROUP_ID" val="layout_32"/>
  <p:tag name="KSO_WM_NEWLAYOUT_ID" val="slide_b9100b5d2a098348"/>
</p:tagLst>
</file>

<file path=ppt/tags/tag1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69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3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74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9e66e0f95cdd5255ff8fede2616ae03633d19e4"/>
  <p:tag name="KSO_WM_NEWLAYOUT_GROUP_ID" val="layout_57"/>
  <p:tag name="KSO_WM_NEWLAYOUT_ID" val="slide_729c42b1199d7149"/>
</p:tagLst>
</file>

<file path=ppt/tags/tag18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1c5cd42989356a210a810b880f52008626df3c"/>
  <p:tag name="KSO_WM_NEWLAYOUT_GROUP_ID" val="layout_67"/>
  <p:tag name="KSO_WM_NEWLAYOUT_ID" val="slide_4381436e4b3aa4dd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e0eb9a6fded33a8c02c74f21d3488560aff751a"/>
  <p:tag name="KSO_WM_NEWLAYOUT_GROUP_ID" val="layout_26"/>
  <p:tag name="KSO_WM_NEWLAYOUT_ID" val="slide_f735ce61ce8c34f7"/>
</p:tagLst>
</file>

<file path=ppt/tags/tag2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f74b2f700d1275b6ba807e6ddf600c18e0af595"/>
  <p:tag name="KSO_WM_NEWLAYOUT_GROUP_ID" val="layout_31"/>
  <p:tag name="KSO_WM_NEWLAYOUT_ID" val="slide_df2796fa4dd38705"/>
</p:tagLst>
</file>

<file path=ppt/tags/tag2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fab410ab252ca9ee8db67918526987c005ce261"/>
  <p:tag name="KSO_WM_NEWLAYOUT_GROUP_ID" val="layout_42"/>
  <p:tag name="KSO_WM_NEWLAYOUT_ID" val="slide_1907dcb0761ecdfa"/>
</p:tagLst>
</file>

<file path=ppt/tags/tag2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4c4787cc9ef13e13914e841e068c3e7076824e3"/>
  <p:tag name="KSO_WM_NEWLAYOUT_GROUP_ID" val="layout_63"/>
  <p:tag name="KSO_WM_NEWLAYOUT_ID" val="slide_7ab15765e931a75e"/>
</p:tagLst>
</file>

<file path=ppt/tags/tag2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7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41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701ee90ccfe86c6ce818719612cad62b40b4105"/>
  <p:tag name="KSO_WM_NEWLAYOUT_GROUP_ID" val="layout_51"/>
  <p:tag name="KSO_WM_NEWLAYOUT_ID" val="slide_b5165c4e12380948"/>
</p:tagLst>
</file>

<file path=ppt/tags/tag2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4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c2a92129b5d2a2fdf05cea958afb2515de7d145"/>
  <p:tag name="KSO_WM_NEWLAYOUT_GROUP_ID" val="layout_61"/>
  <p:tag name="KSO_WM_NEWLAYOUT_ID" val="slide_9dfe927c7268f666"/>
</p:tagLst>
</file>

<file path=ppt/tags/tag2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60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90"/>
  <p:tag name="KSO_WM_TEMPLATE_CATEGORY" val="custom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90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40490190"/>
  <p:tag name="KSO_WM_UNIT_ISNUMDGMTITLE" val="0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73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ee738a11db4bb866"/>
  <p:tag name="KSO_WM_TEMPLATE_THUMBS_INDEX" val="1、9"/>
  <p:tag name="KSO_WM_TEMPLATE_INDEX" val="40490190"/>
  <p:tag name="KSO_WM_TEMPLATE_CATEGORY" val="custom"/>
  <p:tag name="KSO_WM_TEMPLATE_MASTER_TYPE" val="0"/>
  <p:tag name="KSO_WM_TAG_VERSION" val="3.0"/>
</p:tagLst>
</file>

<file path=ppt/tags/tag274.xml><?xml version="1.0" encoding="utf-8"?>
<p:tagLst xmlns:p="http://schemas.openxmlformats.org/presentationml/2006/main">
  <p:tag name="KSO_WM_AITEMPLATE_STYLE_ID" val="69796631693"/>
</p:tagLst>
</file>

<file path=ppt/tags/tag275.xml><?xml version="1.0" encoding="utf-8"?>
<p:tagLst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9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76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77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085f0eea0a8522f045b09466ecd57e15222ceea4"/>
  <p:tag name="KSO_WM_NEWLAYOUT_ID" val="3079"/>
  <p:tag name="KSO_WM_FIGMA_FLAG" val="#fgm#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78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79.xml><?xml version="1.0" encoding="utf-8"?>
<p:tagLst xmlns:p="http://schemas.openxmlformats.org/presentationml/2006/main">
  <p:tag name="KSO_WM_BEAUTIFY_FLAG" val="#wm#"/>
  <p:tag name="KSO_WM_SLIDE_HAS_MASK" val="1"/>
  <p:tag name="KSO_WM_SLIDE_ID" val="custom40490190_1"/>
  <p:tag name="KSO_WM_SLIDE_INDEX" val="1"/>
  <p:tag name="KSO_WM_SLIDE_ITEM_CNT" val="0"/>
  <p:tag name="KSO_WM_SLIDE_LAYOUT" val="a_f_i"/>
  <p:tag name="KSO_WM_SLIDE_LAYOUT_CNT" val="1_2_1"/>
  <p:tag name="KSO_WM_SLIDE_TYPE" val="title"/>
  <p:tag name="KSO_WM_TAG_VERSION" val="3.0"/>
  <p:tag name="KSO_WM_TEMPLATE_CATEGORY" val="custom"/>
  <p:tag name="KSO_WM_TEMPLATE_INDEX" val="40490190"/>
  <p:tag name="KSO_WM_TEMPLATE_MASTER_TYPE" val="0"/>
  <p:tag name="KSO_WM_TEMPLATE_SLIDE_ID" val="slide_ee738a11db4bb866"/>
  <p:tag name="KSO_WM_TEMPLATE_SUBCATEGORY" val="29"/>
  <p:tag name="KSO_WM_TEMPLATE_THUMBS_INDEX" val="1、9"/>
</p:tagLst>
</file>

<file path=ppt/tags/tag2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f2363d545a8a3084dd9b80a8543a88c2cf7b4ab"/>
  <p:tag name="KSO_WM_NEWLAYOUT_GROUP_ID" val="layout_1-5"/>
  <p:tag name="KSO_WM_NEWLAYOUT_ID" val="slide_063b19861dc0a508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8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8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9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contents"/>
  <p:tag name="KSO_WM_TEMPLATE_SUBCATEGORY" val="29"/>
  <p:tag name="KSO_WM_BEAUTIFY_FLAG" val="#wm#"/>
  <p:tag name="KSO_WM_TEMPLATE_FIGMA_ID" val="69796631693"/>
  <p:tag name="KSO_WM_TEMPLATE_SLIDE_ID" val="slide_063b19861dc0a508"/>
</p:tagLst>
</file>

<file path=ppt/tags/tag2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fc7668dd7f2ce5612e5a9e3812950e3f3016c99"/>
  <p:tag name="KSO_WM_NEWLAYOUT_GROUP_ID" val="layout_3"/>
  <p:tag name="KSO_WM_NEWLAYOUT_ID" val="slide_b8e828ad14c33e48"/>
  <p:tag name="KSO_WM_UNIT_PRESET_TEXT" val="单击此处添加标题"/>
</p:tagLst>
</file>

<file path=ppt/tags/tag29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9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9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98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0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b8e828ad14c33e48"/>
</p:tagLst>
</file>

<file path=ppt/tags/tag3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51063d42e23e87b0229d5d70ae65426c3e56a3a"/>
  <p:tag name="KSO_WM_NEWLAYOUT_GROUP_ID" val="layout_30"/>
  <p:tag name="KSO_WM_NEWLAYOUT_ID" val="slide_e6fc15e515dead05"/>
  <p:tag name="KSO_WM_UNIT_PRESET_TEXT" val="单击此处添加标题"/>
</p:tagLst>
</file>

<file path=ppt/tags/tag3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1089567186&quot;}*galley_galley_ai_*1776699562722_10.6_2c274b4078a7-slide-3"/>
</p:tagLst>
</file>

<file path=ppt/tags/tag30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0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1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e6fc15e515dead05"/>
</p:tagLst>
</file>

<file path=ppt/tags/tag31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12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13.xml><?xml version="1.0" encoding="utf-8"?>
<p:tagLst xmlns:p="http://schemas.openxmlformats.org/presentationml/2006/main">
  <p:tag name="KSO_WM_BEAUTIFY_FLAG" val="#wm#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190"/>
  <p:tag name="KSO_WM_TEMPLATE_MASTER_TYPE" val="0"/>
  <p:tag name="KSO_WM_TEMPLATE_SLIDE_ID" val="slide_0e3ab8503af4c08e"/>
  <p:tag name="KSO_WM_TEMPLATE_SUBCATEGORY" val="29"/>
</p:tagLst>
</file>

<file path=ppt/tags/tag3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73a6f019b099083fa3bb8500b7568fbf0e74d7d"/>
  <p:tag name="KSO_WM_NEWLAYOUT_GROUP_ID" val="layout_2"/>
  <p:tag name="KSO_WM_NEWLAYOUT_ID" val="slide_f929b4a25ec12823"/>
  <p:tag name="KSO_WM_UNIT_PRESET_TEXT" val="单击此处添加标题"/>
</p:tagLst>
</file>

<file path=ppt/tags/tag3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VCG41N2243802560&quot;}*galley_galley_ai_*1776699562722_10.6_2c274b4078a7-slide-5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1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VCG41N2234925072&quot;}*galley_galley_ai_*1776699562722_10.6_2c274b4078a7-slide-5"/>
</p:tagLst>
</file>

<file path=ppt/tags/tag3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2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f929b4a25ec12823"/>
</p:tagLst>
</file>

<file path=ppt/tags/tag3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788c41f2546b74095598bf858320c7976cd1ae3"/>
  <p:tag name="KSO_WM_NEWLAYOUT_GROUP_ID" val="layout_6"/>
  <p:tag name="KSO_WM_NEWLAYOUT_ID" val="slide_e87187570ab29065"/>
  <p:tag name="KSO_WM_UNIT_PRESET_TEXT" val="单击此处添加标题"/>
</p:tagLst>
</file>

<file path=ppt/tags/tag3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1285401996&quot;}*galley_galley_ai_*1776699562722_10.6_2c274b4078a7-slide-6"/>
</p:tagLst>
</file>

<file path=ppt/tags/tag32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2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3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e87187570ab29065"/>
</p:tagLst>
</file>

<file path=ppt/tags/tag3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b04b1f58cc9741b37d8e0af4e33f38a7f40d6ff"/>
  <p:tag name="KSO_WM_NEWLAYOUT_GROUP_ID" val="layout_60"/>
  <p:tag name="KSO_WM_NEWLAYOUT_ID" val="slide_7a497b07d3397511"/>
  <p:tag name="KSO_WM_UNIT_PRESET_TEXT" val="单击此处添加标题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2230587648&quot;}*galley_galley_ai_*1776699562722_10.6_2c274b4078a7-slide-7"/>
</p:tagLst>
</file>

<file path=ppt/tags/tag335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7a497b07d3397511"/>
</p:tagLst>
</file>

<file path=ppt/tags/tag3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fbd4bcc5869c92e93608d8fa8920df03647506c"/>
  <p:tag name="KSO_WM_NEWLAYOUT_GROUP_ID" val="layout_54"/>
  <p:tag name="KSO_WM_NEWLAYOUT_ID" val="slide_7f2a8194a3070527"/>
  <p:tag name="KSO_WM_UNIT_PRESET_TEXT" val="单击此处添加标题"/>
</p:tagLst>
</file>

<file path=ppt/tags/tag3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4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34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4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349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5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7f2a8194a3070527"/>
</p:tagLst>
</file>

<file path=ppt/tags/tag353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54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55.xml><?xml version="1.0" encoding="utf-8"?>
<p:tagLst xmlns:p="http://schemas.openxmlformats.org/presentationml/2006/main">
  <p:tag name="KSO_WM_BEAUTIFY_FLAG" val="#wm#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190"/>
  <p:tag name="KSO_WM_TEMPLATE_MASTER_TYPE" val="0"/>
  <p:tag name="KSO_WM_TEMPLATE_SLIDE_ID" val="slide_0e3ab8503af4c08e"/>
  <p:tag name="KSO_WM_TEMPLATE_SUBCATEGORY" val="29"/>
</p:tagLst>
</file>

<file path=ppt/tags/tag3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9e54c92d5755fb96b408b76f3a820f967d2a200"/>
  <p:tag name="KSO_WM_NEWLAYOUT_GROUP_ID" val="layout_32"/>
  <p:tag name="KSO_WM_NEWLAYOUT_ID" val="slide_b9100b5d2a098348"/>
  <p:tag name="KSO_WM_UNIT_PRESET_TEXT" val="单击此处添加标题"/>
</p:tagLst>
</file>

<file path=ppt/tags/tag35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5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359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6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63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364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b9100b5d2a098348"/>
</p:tagLst>
</file>

<file path=ppt/tags/tag3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9e66e0f95cdd5255ff8fede2616ae03633d19e4"/>
  <p:tag name="KSO_WM_NEWLAYOUT_GROUP_ID" val="layout_57"/>
  <p:tag name="KSO_WM_NEWLAYOUT_ID" val="slide_729c42b1199d7149"/>
  <p:tag name="KSO_WM_UNIT_PRESET_TEXT" val="单击此处添加标题"/>
</p:tagLst>
</file>

<file path=ppt/tags/tag36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VCG41N2179880266&quot;}*galley_galley_ai_*1776699562722_10.6_2c274b4078a7-slide-11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VCG41N2166964068&quot;}*galley_galley_ai_*1776699562722_10.6_2c274b4078a7-slide-11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729c42b1199d7149"/>
</p:tagLst>
</file>

<file path=ppt/tags/tag3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1c5cd42989356a210a810b880f52008626df3c"/>
  <p:tag name="KSO_WM_NEWLAYOUT_GROUP_ID" val="layout_67"/>
  <p:tag name="KSO_WM_NEWLAYOUT_ID" val="slide_4381436e4b3aa4dd"/>
  <p:tag name="KSO_WM_UNIT_PRESET_TEXT" val="单击此处添加标题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VCG41N2238886203&quot;}*galley_galley_ai_*1776699562722_10.6_2c274b4078a7-slide-12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VCG41N2245072132&quot;}*galley_galley_ai_*1776699562722_10.6_2c274b4078a7-slide-12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4381436e4b3aa4dd"/>
</p:tagLst>
</file>

<file path=ppt/tags/tag386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87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88.xml><?xml version="1.0" encoding="utf-8"?>
<p:tagLst xmlns:p="http://schemas.openxmlformats.org/presentationml/2006/main">
  <p:tag name="KSO_WM_BEAUTIFY_FLAG" val="#wm#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190"/>
  <p:tag name="KSO_WM_TEMPLATE_MASTER_TYPE" val="0"/>
  <p:tag name="KSO_WM_TEMPLATE_SLIDE_ID" val="slide_0e3ab8503af4c08e"/>
  <p:tag name="KSO_WM_TEMPLATE_SUBCATEGORY" val="29"/>
</p:tagLst>
</file>

<file path=ppt/tags/tag3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e0eb9a6fded33a8c02c74f21d3488560aff751a"/>
  <p:tag name="KSO_WM_NEWLAYOUT_GROUP_ID" val="layout_26"/>
  <p:tag name="KSO_WM_NEWLAYOUT_ID" val="slide_f735ce61ce8c34f7"/>
  <p:tag name="KSO_WM_UNIT_PRESET_TEXT" val="单击此处添加标题"/>
</p:tagLst>
</file>

<file path=ppt/tags/tag39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VCG41N2238179722&quot;}*galley_galley_ai_*1776699562722_10.6_2c274b4078a7-slide-14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9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VCG41N2235462604&quot;}*galley_galley_ai_*1776699562722_10.6_2c274b4078a7-slide-14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9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f735ce61ce8c34f7"/>
</p:tagLst>
</file>

<file path=ppt/tags/tag3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f74b2f700d1275b6ba807e6ddf600c18e0af595"/>
  <p:tag name="KSO_WM_NEWLAYOUT_GROUP_ID" val="layout_31"/>
  <p:tag name="KSO_WM_NEWLAYOUT_ID" val="slide_df2796fa4dd38705"/>
  <p:tag name="KSO_WM_UNIT_PRESET_TEXT" val="单击此处添加标题"/>
</p:tagLst>
</file>

<file path=ppt/tags/tag4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VCG41N1188172980&quot;}*galley_galley_ai_*1776699562722_10.6_2c274b4078a7-slide-15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VCG41N2237058501&quot;}*galley_galley_ai_*1776699562722_10.6_2c274b4078a7-slide-15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0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df2796fa4dd38705"/>
</p:tagLst>
</file>

<file path=ppt/tags/tag4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fab410ab252ca9ee8db67918526987c005ce261"/>
  <p:tag name="KSO_WM_NEWLAYOUT_GROUP_ID" val="layout_42"/>
  <p:tag name="KSO_WM_NEWLAYOUT_ID" val="slide_1907dcb0761ecdfa"/>
  <p:tag name="KSO_WM_UNIT_PRESET_TEXT" val="单击此处添加标题"/>
</p:tagLst>
</file>

<file path=ppt/tags/tag4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WPSDBDOUDI2025120926&quot;}*galley_galley_ai_*1776699562722_10.6_2c274b4078a7-slide-16"/>
</p:tagLst>
</file>

<file path=ppt/tags/tag41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414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1693"/>
  <p:tag name="KSO_WM_TEMPLATE_SLIDE_ID" val="slide_1907dcb0761ecdfa"/>
</p:tagLst>
</file>

<file path=ppt/tags/tag4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4c4787cc9ef13e13914e841e068c3e7076824e3"/>
  <p:tag name="KSO_WM_NEWLAYOUT_GROUP_ID" val="layout_63"/>
  <p:tag name="KSO_WM_NEWLAYOUT_ID" val="slide_7ab15765e931a75e"/>
  <p:tag name="KSO_WM_UNIT_PRESET_TEXT" val="单击此处添加标题"/>
</p:tagLst>
</file>

<file path=ppt/tags/tag4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1779638474&quot;}*galley_galley_ai_*1776699562722_10.6_2c274b4078a7-slide-17"/>
</p:tagLst>
</file>

<file path=ppt/tags/tag41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18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22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7ab15765e931a75e"/>
</p:tagLst>
</file>

<file path=ppt/tags/tag4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701ee90ccfe86c6ce818719612cad62b40b4105"/>
  <p:tag name="KSO_WM_NEWLAYOUT_GROUP_ID" val="layout_51"/>
  <p:tag name="KSO_WM_NEWLAYOUT_ID" val="slide_b5165c4e12380948"/>
  <p:tag name="KSO_WM_UNIT_PRESET_TEXT" val="单击此处添加标题"/>
</p:tagLst>
</file>

<file path=ppt/tags/tag4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WPSDBDOUDI20251209102&quot;}*galley_galley_ai_*1776699562722_10.6_2c274b4078a7-slide-18"/>
</p:tagLst>
</file>

<file path=ppt/tags/tag42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3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3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b5165c4e12380948"/>
</p:tagLst>
</file>

<file path=ppt/tags/tag4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c2a92129b5d2a2fdf05cea958afb2515de7d145"/>
  <p:tag name="KSO_WM_NEWLAYOUT_GROUP_ID" val="layout_61"/>
  <p:tag name="KSO_WM_NEWLAYOUT_ID" val="slide_9dfe927c7268f666"/>
  <p:tag name="KSO_WM_UNIT_PRESET_TEXT" val="单击此处添加标题"/>
</p:tagLst>
</file>

<file path=ppt/tags/tag4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2174349487&quot;}*galley_galley_ai_*1776699562722_10.6_2c274b4078a7-slide-19"/>
</p:tagLst>
</file>

<file path=ppt/tags/tag437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  <p:tag name="KSO_WM_UNIT_PRESET_TEXT" val=" 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4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693"/>
  <p:tag name="KSO_WM_TEMPLATE_SLIDE_ID" val="slide_9dfe927c7268f666"/>
</p:tagLst>
</file>

<file path=ppt/tags/tag445.xml><?xml version="1.0" encoding="utf-8"?>
<p:tagLst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11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46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47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82faa53ea7bd7c03ff8f580e841f147a53f78d3a"/>
  <p:tag name="KSO_WM_NEWLAYOUT_ID" val="3091"/>
  <p:tag name="KSO_WM_FIGMA_FLAG" val="#fgm#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48.xml><?xml version="1.0" encoding="utf-8"?>
<p:tagLst xmlns:p="http://schemas.openxmlformats.org/presentationml/2006/main">
  <p:tag name="KSO_WM_BEAUTIFY_FLAG" val="#wm#"/>
  <p:tag name="KSO_WM_SLIDE_HAS_MASK" val="1"/>
  <p:tag name="KSO_WM_SLIDE_ID" val="custom40490190_9"/>
  <p:tag name="KSO_WM_SLIDE_INDEX" val="5"/>
  <p:tag name="KSO_WM_SLIDE_ITEM_CNT" val="0"/>
  <p:tag name="KSO_WM_SLIDE_LAYOUT" val="a_b_i"/>
  <p:tag name="KSO_WM_SLIDE_LAYOUT_CNT" val="1_1_1"/>
  <p:tag name="KSO_WM_SLIDE_TYPE" val="endPage"/>
  <p:tag name="KSO_WM_TAG_VERSION" val="3.0"/>
  <p:tag name="KSO_WM_TEMPLATE_CATEGORY" val="custom"/>
  <p:tag name="KSO_WM_TEMPLATE_INDEX" val="40490190"/>
  <p:tag name="KSO_WM_TEMPLATE_MASTER_TYPE" val="0"/>
  <p:tag name="KSO_WM_TEMPLATE_SLIDE_ID" val="slide_5ec36f64ca385f24"/>
  <p:tag name="KSO_WM_TEMPLATE_SUBCATEGORY" val="29"/>
</p:tagLst>
</file>

<file path=ppt/tags/tag449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自定义 45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3503</Words>
  <Application>WPS 演示</Application>
  <PresentationFormat>宽屏</PresentationFormat>
  <Paragraphs>256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Arial Black</vt:lpstr>
      <vt:lpstr>Microsoft YaHei</vt:lpstr>
      <vt:lpstr>Arial Unicode MS</vt:lpstr>
      <vt:lpstr>SimHei</vt:lpstr>
      <vt:lpstr>MiSans Demibold</vt:lpstr>
      <vt:lpstr>Segoe Print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</dc:creator>
  <cp:lastModifiedBy>Muhammad Umar Farooq Qaisar</cp:lastModifiedBy>
  <cp:revision>6</cp:revision>
  <dcterms:created xsi:type="dcterms:W3CDTF">2023-07-11T07:43:00Z</dcterms:created>
  <dcterms:modified xsi:type="dcterms:W3CDTF">2026-04-20T16:18:07Z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B4B3910720F6435D840BB130848DEF58_11</vt:lpwstr>
  </property>
  <property fmtid="{D5CDD505-2E9C-101B-9397-08002B2CF9AE}" pid="4" name="KSOTemplateUUID">
    <vt:lpwstr>v1.0_ai_69796631693</vt:lpwstr>
  </property>
</Properties>
</file>