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7103745" cy="10234295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427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tags" Target="../tags/tag79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0" Type="http://schemas.openxmlformats.org/officeDocument/2006/relationships/tags" Target="../tags/tag117.xml"/><Relationship Id="rId2" Type="http://schemas.openxmlformats.org/officeDocument/2006/relationships/tags" Target="../tags/tag9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0" Type="http://schemas.openxmlformats.org/officeDocument/2006/relationships/tags" Target="../tags/tag136.xml"/><Relationship Id="rId2" Type="http://schemas.openxmlformats.org/officeDocument/2006/relationships/tags" Target="../tags/tag118.xml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0" Type="http://schemas.openxmlformats.org/officeDocument/2006/relationships/tags" Target="../tags/tag157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1" Type="http://schemas.openxmlformats.org/officeDocument/2006/relationships/tags" Target="../tags/tag206.xml"/><Relationship Id="rId20" Type="http://schemas.openxmlformats.org/officeDocument/2006/relationships/tags" Target="../tags/tag205.xml"/><Relationship Id="rId2" Type="http://schemas.openxmlformats.org/officeDocument/2006/relationships/tags" Target="../tags/tag187.xml"/><Relationship Id="rId19" Type="http://schemas.openxmlformats.org/officeDocument/2006/relationships/tags" Target="../tags/tag204.xml"/><Relationship Id="rId18" Type="http://schemas.openxmlformats.org/officeDocument/2006/relationships/tags" Target="../tags/tag203.xml"/><Relationship Id="rId17" Type="http://schemas.openxmlformats.org/officeDocument/2006/relationships/tags" Target="../tags/tag202.xml"/><Relationship Id="rId16" Type="http://schemas.openxmlformats.org/officeDocument/2006/relationships/tags" Target="../tags/tag201.xml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0" Type="http://schemas.openxmlformats.org/officeDocument/2006/relationships/tags" Target="../tags/tag228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7" Type="http://schemas.openxmlformats.org/officeDocument/2006/relationships/tags" Target="../tags/tag249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6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0" y="0"/>
            <a:ext cx="1089914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2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9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6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7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53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0" y="0"/>
            <a:ext cx="10160000" cy="6858000"/>
          </a:xfrm>
          <a:custGeom>
            <a:avLst/>
            <a:gdLst>
              <a:gd name="connisteX0" fmla="*/ 0 w 10160000"/>
              <a:gd name="connsiteY0" fmla="*/ 0 h 6858000"/>
              <a:gd name="connisteX1" fmla="*/ 10160000 w 10160000"/>
              <a:gd name="connsiteY1" fmla="*/ 0 h 6858000"/>
              <a:gd name="connisteX2" fmla="*/ 10160000 w 10160000"/>
              <a:gd name="connsiteY2" fmla="*/ 6858000 h 6858000"/>
              <a:gd name="connisteX3" fmla="*/ 0 w 10160000"/>
              <a:gd name="connsiteY3" fmla="*/ 6858000 h 6858000"/>
              <a:gd name="connisteX4" fmla="*/ 0 w 101600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0160000" h="6858000">
                <a:moveTo>
                  <a:pt x="0" y="0"/>
                </a:moveTo>
                <a:lnTo>
                  <a:pt x="10160000" y="0"/>
                </a:lnTo>
                <a:lnTo>
                  <a:pt x="1016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Subtitle 11"/>
          <p:cNvSpPr>
            <a:spLocks noGrp="1"/>
          </p:cNvSpPr>
          <p:nvPr>
            <p:ph type="subTitle" idx="16389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4_2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20828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336800"/>
            <a:ext cx="294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18000" y="15240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4318000" y="20828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22800" y="2336800"/>
            <a:ext cx="294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026400" y="15240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8026400" y="20828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2336800"/>
            <a:ext cx="294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39624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609600" y="45212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14400" y="4775200"/>
            <a:ext cx="294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4318000" y="39624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装饰  4"/>
          <p:cNvSpPr>
            <a:spLocks noGrp="1"/>
          </p:cNvSpPr>
          <p:nvPr>
            <p:ph type="body" idx="16400" hasCustomPrompt="1"/>
            <p:custDataLst>
              <p:tags r:id="rId19"/>
            </p:custDataLst>
          </p:nvPr>
        </p:nvSpPr>
        <p:spPr>
          <a:xfrm>
            <a:off x="4318000" y="4521200"/>
            <a:ext cx="3556000" cy="1727200"/>
          </a:xfrm>
          <a:custGeom>
            <a:avLst/>
            <a:gdLst>
              <a:gd name="connisteX0" fmla="*/ 0 w 3556000"/>
              <a:gd name="connsiteY0" fmla="*/ 203200 h 1727200"/>
              <a:gd name="connisteX1" fmla="*/ 203200 w 3556000"/>
              <a:gd name="connsiteY1" fmla="*/ 0 h 1727200"/>
              <a:gd name="connisteX2" fmla="*/ 3352800 w 3556000"/>
              <a:gd name="connsiteY2" fmla="*/ 0 h 1727200"/>
              <a:gd name="connisteX3" fmla="*/ 3556000 w 3556000"/>
              <a:gd name="connsiteY3" fmla="*/ 203200 h 1727200"/>
              <a:gd name="connisteX4" fmla="*/ 3556000 w 3556000"/>
              <a:gd name="connsiteY4" fmla="*/ 1524000 h 1727200"/>
              <a:gd name="connisteX5" fmla="*/ 3352800 w 3556000"/>
              <a:gd name="connsiteY5" fmla="*/ 1727200 h 1727200"/>
              <a:gd name="connisteX6" fmla="*/ 203200 w 3556000"/>
              <a:gd name="connsiteY6" fmla="*/ 1727200 h 1727200"/>
              <a:gd name="connisteX7" fmla="*/ 0 w 3556000"/>
              <a:gd name="connsiteY7" fmla="*/ 1524000 h 1727200"/>
              <a:gd name="connisteX8" fmla="*/ 0 w 3556000"/>
              <a:gd name="connsiteY8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5560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24000"/>
                </a:lnTo>
                <a:cubicBezTo>
                  <a:pt x="3556000" y="1636224"/>
                  <a:pt x="3465024" y="1727200"/>
                  <a:pt x="3352800" y="1727200"/>
                </a:cubicBezTo>
                <a:lnTo>
                  <a:pt x="203200" y="1727200"/>
                </a:lnTo>
                <a:cubicBezTo>
                  <a:pt x="90976" y="1727200"/>
                  <a:pt x="0" y="1636224"/>
                  <a:pt x="0" y="1524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4622800" y="4775200"/>
            <a:ext cx="294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17272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20116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54864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57708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7752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7752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245600" y="1930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9530080" y="22148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34544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013200"/>
            <a:ext cx="264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2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7391400" cy="4724400"/>
          </a:xfrm>
          <a:custGeom>
            <a:avLst/>
            <a:gdLst>
              <a:gd name="connisteX0" fmla="*/ 0 w 7391400"/>
              <a:gd name="connsiteY0" fmla="*/ 203200 h 4724400"/>
              <a:gd name="connisteX1" fmla="*/ 203200 w 7391400"/>
              <a:gd name="connsiteY1" fmla="*/ 0 h 4724400"/>
              <a:gd name="connisteX2" fmla="*/ 7391400 w 7391400"/>
              <a:gd name="connsiteY2" fmla="*/ 0 h 4724400"/>
              <a:gd name="connisteX3" fmla="*/ 7391400 w 7391400"/>
              <a:gd name="connsiteY3" fmla="*/ 4724400 h 4724400"/>
              <a:gd name="connisteX4" fmla="*/ 203200 w 7391400"/>
              <a:gd name="connsiteY4" fmla="*/ 4724400 h 4724400"/>
              <a:gd name="connisteX5" fmla="*/ 0 w 7391400"/>
              <a:gd name="connsiteY5" fmla="*/ 4521200 h 4724400"/>
              <a:gd name="connisteX6" fmla="*/ 0 w 739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391400" y="0"/>
                </a:lnTo>
                <a:lnTo>
                  <a:pt x="739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1981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540000"/>
            <a:ext cx="6477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1066800" y="34544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66800" y="4013200"/>
            <a:ext cx="6477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1066800" y="49276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1066800" y="5486400"/>
            <a:ext cx="6477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5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2108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667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49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118100" y="2362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105400" y="37846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105400" y="4292600"/>
            <a:ext cx="27051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362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420100" y="3784600"/>
            <a:ext cx="27051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20100" y="4292600"/>
            <a:ext cx="27051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197600" y="15240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02400" y="20447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02400" y="26035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02400" y="4559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02400" y="51181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609600" y="1524000"/>
            <a:ext cx="10972800" cy="4724400"/>
          </a:xfrm>
          <a:custGeom>
            <a:avLst/>
            <a:gdLst>
              <a:gd name="connisteX0" fmla="*/ 0 w 10972800"/>
              <a:gd name="connsiteY0" fmla="*/ 203200 h 4724400"/>
              <a:gd name="connisteX1" fmla="*/ 203200 w 10972800"/>
              <a:gd name="connsiteY1" fmla="*/ 0 h 4724400"/>
              <a:gd name="connisteX2" fmla="*/ 10769600 w 10972800"/>
              <a:gd name="connsiteY2" fmla="*/ 0 h 4724400"/>
              <a:gd name="connisteX3" fmla="*/ 10972800 w 10972800"/>
              <a:gd name="connsiteY3" fmla="*/ 203200 h 4724400"/>
              <a:gd name="connisteX4" fmla="*/ 10972800 w 10972800"/>
              <a:gd name="connsiteY4" fmla="*/ 4521200 h 4724400"/>
              <a:gd name="connisteX5" fmla="*/ 10769600 w 10972800"/>
              <a:gd name="connsiteY5" fmla="*/ 4724400 h 4724400"/>
              <a:gd name="connisteX6" fmla="*/ 203200 w 10972800"/>
              <a:gd name="connsiteY6" fmla="*/ 4724400 h 4724400"/>
              <a:gd name="connisteX7" fmla="*/ 0 w 10972800"/>
              <a:gd name="connsiteY7" fmla="*/ 4521200 h 4724400"/>
              <a:gd name="connisteX8" fmla="*/ 0 w 109728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4521200"/>
                </a:lnTo>
                <a:cubicBezTo>
                  <a:pt x="10972800" y="4633424"/>
                  <a:pt x="10881824" y="4724400"/>
                  <a:pt x="107696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1409700" y="22606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429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39878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4229100" y="22606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835400" y="3429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835400" y="39878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7048500" y="22606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654800" y="3429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654800" y="39878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9867900" y="2260600"/>
            <a:ext cx="914400" cy="914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474200" y="3429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474200" y="39878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44831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4704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3439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3312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3312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4089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5080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638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5080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5638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9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8153400" y="533400"/>
            <a:ext cx="3429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2082800 h 2082800"/>
              <a:gd name="connisteX5" fmla="*/ 0 w 3454400"/>
              <a:gd name="connsiteY5" fmla="*/ 2082800 h 2082800"/>
              <a:gd name="connisteX6" fmla="*/ 0 w 34544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606800"/>
            <a:ext cx="3454400" cy="2641600"/>
          </a:xfrm>
          <a:custGeom>
            <a:avLst/>
            <a:gdLst>
              <a:gd name="connisteX0" fmla="*/ 0 w 3454400"/>
              <a:gd name="connsiteY0" fmla="*/ 0 h 2641600"/>
              <a:gd name="connisteX1" fmla="*/ 3454400 w 3454400"/>
              <a:gd name="connsiteY1" fmla="*/ 0 h 2641600"/>
              <a:gd name="connisteX2" fmla="*/ 3454400 w 3454400"/>
              <a:gd name="connsiteY2" fmla="*/ 2438400 h 2641600"/>
              <a:gd name="connisteX3" fmla="*/ 3251200 w 3454400"/>
              <a:gd name="connsiteY3" fmla="*/ 2641600 h 2641600"/>
              <a:gd name="connisteX4" fmla="*/ 203200 w 3454400"/>
              <a:gd name="connsiteY4" fmla="*/ 2641600 h 2641600"/>
              <a:gd name="connisteX5" fmla="*/ 0 w 3454400"/>
              <a:gd name="connsiteY5" fmla="*/ 2438400 h 2641600"/>
              <a:gd name="connisteX6" fmla="*/ 0 w 34544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0"/>
                </a:moveTo>
                <a:lnTo>
                  <a:pt x="3454400" y="0"/>
                </a:ln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tags" Target="../tags/tag257.xml"/><Relationship Id="rId32" Type="http://schemas.openxmlformats.org/officeDocument/2006/relationships/tags" Target="../tags/tag256.xml"/><Relationship Id="rId31" Type="http://schemas.openxmlformats.org/officeDocument/2006/relationships/tags" Target="../tags/tag255.xml"/><Relationship Id="rId30" Type="http://schemas.openxmlformats.org/officeDocument/2006/relationships/tags" Target="../tags/tag254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253.xml"/><Relationship Id="rId28" Type="http://schemas.openxmlformats.org/officeDocument/2006/relationships/tags" Target="../tags/tag252.xml"/><Relationship Id="rId27" Type="http://schemas.openxmlformats.org/officeDocument/2006/relationships/tags" Target="../tags/tag251.xml"/><Relationship Id="rId26" Type="http://schemas.openxmlformats.org/officeDocument/2006/relationships/tags" Target="../tags/tag250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6"/>
            </p:custDataLst>
          </p:nvPr>
        </p:nvSpPr>
        <p:spPr>
          <a:xfrm>
            <a:off x="0" y="11161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280.xml"/><Relationship Id="rId17" Type="http://schemas.openxmlformats.org/officeDocument/2006/relationships/tags" Target="../tags/tag279.xml"/><Relationship Id="rId16" Type="http://schemas.openxmlformats.org/officeDocument/2006/relationships/tags" Target="../tags/tag278.xml"/><Relationship Id="rId15" Type="http://schemas.openxmlformats.org/officeDocument/2006/relationships/tags" Target="../tags/tag277.xml"/><Relationship Id="rId14" Type="http://schemas.openxmlformats.org/officeDocument/2006/relationships/tags" Target="../tags/tag276.xml"/><Relationship Id="rId13" Type="http://schemas.openxmlformats.org/officeDocument/2006/relationships/tags" Target="../tags/tag275.xml"/><Relationship Id="rId12" Type="http://schemas.openxmlformats.org/officeDocument/2006/relationships/tags" Target="../tags/tag274.xml"/><Relationship Id="rId11" Type="http://schemas.openxmlformats.org/officeDocument/2006/relationships/tags" Target="../tags/tag273.xml"/><Relationship Id="rId10" Type="http://schemas.openxmlformats.org/officeDocument/2006/relationships/tags" Target="../tags/tag272.xml"/><Relationship Id="rId1" Type="http://schemas.openxmlformats.org/officeDocument/2006/relationships/tags" Target="../tags/tag2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8" Type="http://schemas.openxmlformats.org/officeDocument/2006/relationships/slideLayout" Target="../slideLayouts/slideLayout14.xml"/><Relationship Id="rId17" Type="http://schemas.openxmlformats.org/officeDocument/2006/relationships/tags" Target="../tags/tag297.xml"/><Relationship Id="rId16" Type="http://schemas.openxmlformats.org/officeDocument/2006/relationships/tags" Target="../tags/tag296.xml"/><Relationship Id="rId15" Type="http://schemas.openxmlformats.org/officeDocument/2006/relationships/tags" Target="../tags/tag295.xml"/><Relationship Id="rId14" Type="http://schemas.openxmlformats.org/officeDocument/2006/relationships/tags" Target="../tags/tag294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tags" Target="../tags/tag306.xml"/><Relationship Id="rId7" Type="http://schemas.openxmlformats.org/officeDocument/2006/relationships/tags" Target="../tags/tag30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4" Type="http://schemas.openxmlformats.org/officeDocument/2006/relationships/slideLayout" Target="../slideLayouts/slideLayout15.xml"/><Relationship Id="rId23" Type="http://schemas.openxmlformats.org/officeDocument/2006/relationships/tags" Target="../tags/tag317.xml"/><Relationship Id="rId22" Type="http://schemas.openxmlformats.org/officeDocument/2006/relationships/tags" Target="../tags/tag316.xml"/><Relationship Id="rId21" Type="http://schemas.openxmlformats.org/officeDocument/2006/relationships/tags" Target="../tags/tag315.xml"/><Relationship Id="rId20" Type="http://schemas.openxmlformats.org/officeDocument/2006/relationships/image" Target="../media/image6.svg"/><Relationship Id="rId2" Type="http://schemas.openxmlformats.org/officeDocument/2006/relationships/tags" Target="../tags/tag302.xml"/><Relationship Id="rId19" Type="http://schemas.openxmlformats.org/officeDocument/2006/relationships/image" Target="../media/image5.png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309.xml"/><Relationship Id="rId10" Type="http://schemas.openxmlformats.org/officeDocument/2006/relationships/tags" Target="../tags/tag308.xml"/><Relationship Id="rId1" Type="http://schemas.openxmlformats.org/officeDocument/2006/relationships/tags" Target="../tags/tag30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tags" Target="../tags/tag31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image" Target="../media/image7.jpeg"/><Relationship Id="rId2" Type="http://schemas.openxmlformats.org/officeDocument/2006/relationships/tags" Target="../tags/tag322.xml"/><Relationship Id="rId12" Type="http://schemas.openxmlformats.org/officeDocument/2006/relationships/slideLayout" Target="../slideLayouts/slideLayout16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image" Target="../media/image8.jpeg"/><Relationship Id="rId2" Type="http://schemas.openxmlformats.org/officeDocument/2006/relationships/tags" Target="../tags/tag332.xml"/><Relationship Id="rId1" Type="http://schemas.openxmlformats.org/officeDocument/2006/relationships/tags" Target="../tags/tag3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image" Target="../media/image9.jpeg"/><Relationship Id="rId2" Type="http://schemas.openxmlformats.org/officeDocument/2006/relationships/tags" Target="../tags/tag339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image" Target="../media/image10.jpeg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357.xml"/><Relationship Id="rId11" Type="http://schemas.openxmlformats.org/officeDocument/2006/relationships/tags" Target="../tags/tag356.xml"/><Relationship Id="rId10" Type="http://schemas.openxmlformats.org/officeDocument/2006/relationships/tags" Target="../tags/tag355.xml"/><Relationship Id="rId1" Type="http://schemas.openxmlformats.org/officeDocument/2006/relationships/tags" Target="../tags/tag34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360.xml"/><Relationship Id="rId3" Type="http://schemas.openxmlformats.org/officeDocument/2006/relationships/image" Target="../media/image12.jpeg"/><Relationship Id="rId2" Type="http://schemas.openxmlformats.org/officeDocument/2006/relationships/tags" Target="../tags/tag359.xml"/><Relationship Id="rId1" Type="http://schemas.openxmlformats.org/officeDocument/2006/relationships/tags" Target="../tags/tag35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366.xml"/><Relationship Id="rId27" Type="http://schemas.openxmlformats.org/officeDocument/2006/relationships/slideLayout" Target="../slideLayouts/slideLayout21.xml"/><Relationship Id="rId26" Type="http://schemas.openxmlformats.org/officeDocument/2006/relationships/tags" Target="../tags/tag381.xml"/><Relationship Id="rId25" Type="http://schemas.openxmlformats.org/officeDocument/2006/relationships/tags" Target="../tags/tag380.xml"/><Relationship Id="rId24" Type="http://schemas.openxmlformats.org/officeDocument/2006/relationships/tags" Target="../tags/tag379.xml"/><Relationship Id="rId23" Type="http://schemas.openxmlformats.org/officeDocument/2006/relationships/image" Target="../media/image18.svg"/><Relationship Id="rId22" Type="http://schemas.openxmlformats.org/officeDocument/2006/relationships/image" Target="../media/image17.png"/><Relationship Id="rId21" Type="http://schemas.openxmlformats.org/officeDocument/2006/relationships/tags" Target="../tags/tag378.xml"/><Relationship Id="rId20" Type="http://schemas.openxmlformats.org/officeDocument/2006/relationships/tags" Target="../tags/tag377.xml"/><Relationship Id="rId2" Type="http://schemas.openxmlformats.org/officeDocument/2006/relationships/tags" Target="../tags/tag365.xml"/><Relationship Id="rId19" Type="http://schemas.openxmlformats.org/officeDocument/2006/relationships/tags" Target="../tags/tag376.xml"/><Relationship Id="rId18" Type="http://schemas.openxmlformats.org/officeDocument/2006/relationships/tags" Target="../tags/tag375.xml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tags" Target="../tags/tag374.xml"/><Relationship Id="rId14" Type="http://schemas.openxmlformats.org/officeDocument/2006/relationships/tags" Target="../tags/tag373.xml"/><Relationship Id="rId13" Type="http://schemas.openxmlformats.org/officeDocument/2006/relationships/tags" Target="../tags/tag372.xml"/><Relationship Id="rId12" Type="http://schemas.openxmlformats.org/officeDocument/2006/relationships/tags" Target="../tags/tag371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tags" Target="../tags/tag36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93.xml"/><Relationship Id="rId8" Type="http://schemas.openxmlformats.org/officeDocument/2006/relationships/tags" Target="../tags/tag392.xml"/><Relationship Id="rId7" Type="http://schemas.openxmlformats.org/officeDocument/2006/relationships/tags" Target="../tags/tag391.xml"/><Relationship Id="rId6" Type="http://schemas.openxmlformats.org/officeDocument/2006/relationships/tags" Target="../tags/tag390.xml"/><Relationship Id="rId5" Type="http://schemas.openxmlformats.org/officeDocument/2006/relationships/tags" Target="../tags/tag389.xml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2" Type="http://schemas.openxmlformats.org/officeDocument/2006/relationships/slideLayout" Target="../slideLayouts/slideLayout22.xml"/><Relationship Id="rId11" Type="http://schemas.openxmlformats.org/officeDocument/2006/relationships/tags" Target="../tags/tag395.xml"/><Relationship Id="rId10" Type="http://schemas.openxmlformats.org/officeDocument/2006/relationships/tags" Target="../tags/tag394.xml"/><Relationship Id="rId1" Type="http://schemas.openxmlformats.org/officeDocument/2006/relationships/tags" Target="../tags/tag38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tags" Target="../tags/tag398.xml"/><Relationship Id="rId3" Type="http://schemas.openxmlformats.org/officeDocument/2006/relationships/image" Target="../media/image19.jpeg"/><Relationship Id="rId2" Type="http://schemas.openxmlformats.org/officeDocument/2006/relationships/tags" Target="../tags/tag397.xml"/><Relationship Id="rId1" Type="http://schemas.openxmlformats.org/officeDocument/2006/relationships/tags" Target="../tags/tag39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405.xml"/><Relationship Id="rId3" Type="http://schemas.openxmlformats.org/officeDocument/2006/relationships/image" Target="../media/image20.jpeg"/><Relationship Id="rId2" Type="http://schemas.openxmlformats.org/officeDocument/2006/relationships/tags" Target="../tags/tag404.xml"/><Relationship Id="rId1" Type="http://schemas.openxmlformats.org/officeDocument/2006/relationships/tags" Target="../tags/tag40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" Type="http://schemas.openxmlformats.org/officeDocument/2006/relationships/tags" Target="../tags/tag40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jpeg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image" Target="../media/image21.jpeg"/><Relationship Id="rId3" Type="http://schemas.openxmlformats.org/officeDocument/2006/relationships/tags" Target="../tags/tag411.xml"/><Relationship Id="rId2" Type="http://schemas.openxmlformats.org/officeDocument/2006/relationships/tags" Target="../tags/tag410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422.xml"/><Relationship Id="rId16" Type="http://schemas.openxmlformats.org/officeDocument/2006/relationships/tags" Target="../tags/tag421.xml"/><Relationship Id="rId15" Type="http://schemas.openxmlformats.org/officeDocument/2006/relationships/tags" Target="../tags/tag420.xml"/><Relationship Id="rId14" Type="http://schemas.openxmlformats.org/officeDocument/2006/relationships/image" Target="../media/image23.jpeg"/><Relationship Id="rId13" Type="http://schemas.openxmlformats.org/officeDocument/2006/relationships/tags" Target="../tags/tag419.xml"/><Relationship Id="rId12" Type="http://schemas.openxmlformats.org/officeDocument/2006/relationships/tags" Target="../tags/tag418.xml"/><Relationship Id="rId11" Type="http://schemas.openxmlformats.org/officeDocument/2006/relationships/tags" Target="../tags/tag417.xml"/><Relationship Id="rId10" Type="http://schemas.openxmlformats.org/officeDocument/2006/relationships/tags" Target="../tags/tag416.xml"/><Relationship Id="rId1" Type="http://schemas.openxmlformats.org/officeDocument/2006/relationships/tags" Target="../tags/tag40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tags" Target="../tags/tag4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9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2026/04/20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标题：ISAC：6G网络的革命性范式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390"/>
            <p:custDataLst>
              <p:tags r:id="rId4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汇报人: Muhammad Umar Farooq Qaisar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4070350" y="1295400"/>
            <a:ext cx="7258050" cy="4267200"/>
            <a:chOff x="6410" y="2040"/>
            <a:chExt cx="11430" cy="6720"/>
          </a:xfrm>
        </p:grpSpPr>
      </p:grp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z="2200"/>
              <a:t>幻灯片 1：标题与ISAC核心价值</a:t>
            </a:r>
            <a:endParaRPr lang="zh-CN" altLang="en-US" sz="2200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幻灯片 2：关键使能技术与当前趋势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幻灯片 3：研究挑战与开放性问题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 sz="2200"/>
              <a:t>幻灯片 4：设计建议与未来展望</a:t>
            </a:r>
            <a:endParaRPr lang="zh-CN" altLang="en-US" sz="220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 sz="2200"/>
              <a:t>幻灯片 5：结论与迈向6G及未来</a:t>
            </a:r>
            <a:endParaRPr lang="zh-CN" altLang="en-US" sz="2200"/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6G之ISAC全览</a:t>
            </a: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ISAC核心与6G价值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ISAC是通信与感知深度融合技术，具频谱效率提升等优势，是6G自适应智能系统的关键基石。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ISAC关键使能技术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涵盖可重构智能表面、AI驱动架构、OTFS等新波形，需协同设计平衡感知与通信性能。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ISAC发展现状进展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3GPP等推进标准化，应用于智能交通等场景，测试床验证技术，但缺统一评估标准。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ISAC落地核心挑战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面临感知通信干扰、硬件性能限制、跨层协议及隐私框架缺失等多方面部署障碍。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ISAC未来发展愿景</a:t>
            </a:r>
            <a:endParaRPr lang="zh-CN" altLang="en-US"/>
          </a:p>
        </p:txBody>
      </p:sp>
      <p:sp>
        <p:nvSpPr>
          <p:cNvPr id="16" name="装饰  4"/>
          <p:cNvSpPr>
            <a:spLocks noGrp="1"/>
          </p:cNvSpPr>
          <p:nvPr>
            <p:ph type="body" idx="1640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向语义ISAC、量子集成方向演进，需完善跨层防御与动态频谱共享相关法规。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幻灯片 1：标题与ISAC核心价值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ISAC乃6G基石</a:t>
            </a:r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base\assets\7"/>
          <p:cNvPicPr>
            <a:picLocks noChangeAspect="1"/>
          </p:cNvPicPr>
          <p:nvPr>
            <p:ph type="pic" idx="16392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1680" y="22148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ISAC核心定义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是在统一框架内实现通信与感知端到端支持的6G关键技术，相关内容占1页。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0" name="图片占位符 19" descr="base\assets\2"/>
          <p:cNvPicPr>
            <a:picLocks noChangeAspect="1"/>
          </p:cNvPicPr>
          <p:nvPr>
            <p:ph type="pic" idx="16395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0880" y="22148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ISAC核心价值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可提升频谱效率、降低时延，支持智慧城市、自动驾驶等多样化应用场景，内容占1页。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base\assets\9"/>
          <p:cNvPicPr>
            <a:picLocks noChangeAspect="1"/>
          </p:cNvPicPr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30080" y="22148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ISAC关键问题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/>
          <a:p>
            <a:r>
              <a:rPr lang="zh-CN" altLang="en-US"/>
              <a:t>聚焦其对6G至关重要的原因、带来的创新及对无线通信未来的塑造，相关内容占1页。</a:t>
            </a:r>
            <a:endParaRPr lang="zh-CN" altLang="en-US"/>
          </a:p>
        </p:txBody>
      </p:sp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幻灯片 2：关键使能技术与当前趋势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关键使能技术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066800" y="1981200"/>
            <a:ext cx="6477000" cy="3810000"/>
            <a:chOff x="1680" y="3120"/>
            <a:chExt cx="10200" cy="6000"/>
          </a:xfrm>
        </p:grpSpPr>
      </p:grpSp>
      <p:pic>
        <p:nvPicPr>
          <p:cNvPr id="15" name="内容占位符 14" descr="71fa882d172eaf8293a3d979de136319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27356" r="22121"/>
          <a:stretch>
            <a:fillRect/>
          </a:stretch>
        </p:blipFill>
        <p:spPr>
          <a:xfrm>
            <a:off x="8001000" y="1524000"/>
            <a:ext cx="3581400" cy="4724400"/>
          </a:xfrm>
          <a:custGeom>
            <a:avLst/>
            <a:gdLst>
              <a:gd name="connisteX0" fmla="*/ 0 w 3581400"/>
              <a:gd name="connsiteY0" fmla="*/ 0 h 4724400"/>
              <a:gd name="connisteX1" fmla="*/ 3378200 w 3581400"/>
              <a:gd name="connsiteY1" fmla="*/ 0 h 4724400"/>
              <a:gd name="connisteX2" fmla="*/ 3581400 w 3581400"/>
              <a:gd name="connsiteY2" fmla="*/ 203200 h 4724400"/>
              <a:gd name="connisteX3" fmla="*/ 3581400 w 3581400"/>
              <a:gd name="connsiteY3" fmla="*/ 4521200 h 4724400"/>
              <a:gd name="connisteX4" fmla="*/ 3378200 w 3581400"/>
              <a:gd name="connsiteY4" fmla="*/ 4724400 h 4724400"/>
              <a:gd name="connisteX5" fmla="*/ 0 w 3581400"/>
              <a:gd name="connsiteY5" fmla="*/ 4724400 h 4724400"/>
              <a:gd name="connisteX6" fmla="*/ 0 w 358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0"/>
                </a:moveTo>
                <a:lnTo>
                  <a:pt x="3378200" y="0"/>
                </a:lnTo>
                <a:cubicBezTo>
                  <a:pt x="3490424" y="0"/>
                  <a:pt x="3581400" y="90976"/>
                  <a:pt x="3581400" y="203200"/>
                </a:cubicBezTo>
                <a:lnTo>
                  <a:pt x="3581400" y="4521200"/>
                </a:lnTo>
                <a:cubicBezTo>
                  <a:pt x="3581400" y="4633424"/>
                  <a:pt x="3490424" y="4724400"/>
                  <a:pt x="337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先进天线技术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涵盖大规模MIMO、可重构智能表面RIS等类型，是通信系统的关键使能技术之一。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波形与资源技术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包含OTFS、AFDM等波形设计，以及资源分配技术，为通信性能提供支撑。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AI集成技术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 sz="1400"/>
              <a:t>将人工智能与通信技术集成，成为提升通信系统效能的重要使能技术。</a:t>
            </a:r>
            <a:endParaRPr lang="zh-CN" altLang="en-US" sz="140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定位与环境感知趋势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553200" y="2108200"/>
            <a:ext cx="5029200" cy="3556000"/>
            <a:chOff x="10320" y="3320"/>
            <a:chExt cx="7920" cy="5600"/>
          </a:xfrm>
        </p:grpSpPr>
      </p:grpSp>
      <p:pic>
        <p:nvPicPr>
          <p:cNvPr id="12" name="内容占位符 11" descr="55fad9b22eb1c543f0a8daf00c15004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1272" r="11331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多模态数据融合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融合RF传感与LIDAR、视觉等多模态数据，为空间智能技术搭建数据基础。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SLAM技术应用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实现同步定位与地图构建（SLAM），为自动驾驶等场景提供空间智能支持。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标准化与原型动态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105400" y="2362200"/>
            <a:ext cx="6019800" cy="3149600"/>
            <a:chOff x="8040" y="3720"/>
            <a:chExt cx="9480" cy="4960"/>
          </a:xfrm>
        </p:grpSpPr>
      </p:grpSp>
      <p:pic>
        <p:nvPicPr>
          <p:cNvPr id="15" name="内容占位符 14" descr="3ca66c9aca9ab21c1bba48dfa794618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5851" r="36027"/>
          <a:stretch>
            <a:fillRect/>
          </a:stretch>
        </p:blipFill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标准制定进展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3GPP（从R18开始）、ETSI ISG ISAC、IEEE 802.11bf等组织正推动相关标准制定。
华为、诺基亚等企业正积极开展相关技术原型的开发工作。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原型开发动态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华为、诺基亚等企业正积极开展相关技术原型的开发工作。
3GPP（从R18开始）、ETSI ISG ISAC、IEEE 802.11bf等组织正推动相关标准制定。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标准化与原型动态</a:t>
            </a:r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d9f96b00617d79de6c96122ba852b997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9847" b="20818"/>
          <a:stretch>
            <a:fillRect/>
          </a:stretch>
        </p:blipFill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标准组织推进动态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3GPP（从R18开始）、ETSI ISG ISAC、IEEE 802.11bf等组织正推动相关标准制定。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078cc6b472792416341c16e93b0fbf61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5747" r="5747"/>
          <a:stretch>
            <a:fillRect/>
          </a:stretch>
        </p:blipFill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企业原型开发进展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华为、诺基亚等企业正积极开展相关技术原型的开发工作。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新频谱与硬件探索</a:t>
            </a:r>
            <a:endParaRPr lang="zh-CN" altLang="en-US"/>
          </a:p>
        </p:txBody>
      </p:sp>
      <p:pic>
        <p:nvPicPr>
          <p:cNvPr id="7" name="内容占位符 6" descr="b7699ebe9d23ae57a8829df5414bfde1"/>
          <p:cNvPicPr>
            <a:picLocks noChangeAspect="1"/>
          </p:cNvPicPr>
          <p:nvPr>
            <p:ph idx="16386"/>
            <p:custDataLst>
              <p:tags r:id="rId2"/>
            </p:custDataLst>
          </p:nvPr>
        </p:nvPicPr>
        <p:blipFill>
          <a:blip r:embed="rId3"/>
          <a:srcRect l="6554" r="6554"/>
          <a:stretch>
            <a:fillRect/>
          </a:stretch>
        </p:blipFill>
        <p:spPr>
          <a:xfrm>
            <a:off x="609600" y="1524000"/>
            <a:ext cx="10972800" cy="4724400"/>
          </a:xfrm>
          <a:custGeom>
            <a:avLst/>
            <a:gdLst>
              <a:gd name="connisteX0" fmla="*/ 0 w 10972800"/>
              <a:gd name="connsiteY0" fmla="*/ 203200 h 4724400"/>
              <a:gd name="connisteX1" fmla="*/ 203200 w 10972800"/>
              <a:gd name="connsiteY1" fmla="*/ 0 h 4724400"/>
              <a:gd name="connisteX2" fmla="*/ 10769600 w 10972800"/>
              <a:gd name="connsiteY2" fmla="*/ 0 h 4724400"/>
              <a:gd name="connisteX3" fmla="*/ 10972800 w 10972800"/>
              <a:gd name="connsiteY3" fmla="*/ 203200 h 4724400"/>
              <a:gd name="connisteX4" fmla="*/ 10972800 w 10972800"/>
              <a:gd name="connsiteY4" fmla="*/ 4521200 h 4724400"/>
              <a:gd name="connisteX5" fmla="*/ 10769600 w 10972800"/>
              <a:gd name="connsiteY5" fmla="*/ 4724400 h 4724400"/>
              <a:gd name="connisteX6" fmla="*/ 203200 w 10972800"/>
              <a:gd name="connsiteY6" fmla="*/ 4724400 h 4724400"/>
              <a:gd name="connisteX7" fmla="*/ 0 w 10972800"/>
              <a:gd name="connsiteY7" fmla="*/ 4521200 h 4724400"/>
              <a:gd name="connisteX8" fmla="*/ 0 w 109728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4521200"/>
                </a:lnTo>
                <a:cubicBezTo>
                  <a:pt x="10972800" y="4633424"/>
                  <a:pt x="10881824" y="4724400"/>
                  <a:pt x="107696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幻灯片 3：研究挑战与开放性问题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ISAC挑战与问题</a:t>
            </a:r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2" name="图片占位符 21" descr="base\assets\1"/>
          <p:cNvPicPr>
            <a:picLocks noChangeAspect="1"/>
          </p:cNvPicPr>
          <p:nvPr>
            <p:ph type="pic" idx="16394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700" y="2260600"/>
            <a:ext cx="914400" cy="9144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新波形部署难题</a:t>
            </a:r>
            <a:endParaRPr lang="zh-CN" altLang="en-US" sz="14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ODDM、AFDM等新波形在脉冲设计、同步方案及实时硬件实现方面存在诸多挑战。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 descr="base\assets\2"/>
          <p:cNvPicPr>
            <a:picLocks noChangeAspect="1"/>
          </p:cNvPicPr>
          <p:nvPr>
            <p:ph type="pic" idx="16396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9100" y="2260600"/>
            <a:ext cx="914400" cy="9144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共存干扰管控困境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感知与通信共享资源时易产生相互干扰，需依靠动态频谱共享和智能协调来解决。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1" name="图片占位符 20" descr="base\assets\3"/>
          <p:cNvPicPr>
            <a:picLocks noChangeAspect="1"/>
          </p:cNvPicPr>
          <p:nvPr>
            <p:ph type="pic" idx="16398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48500" y="2260600"/>
            <a:ext cx="914400" cy="9144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硬件适配约束问题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/>
          <a:p>
            <a:r>
              <a:rPr lang="zh-CN" altLang="en-US"/>
              <a:t>共享硬件存在非线性、相位噪声等问题，毫米波/太赫兹宽频段对前端设计要求极高。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0" name="图片占位符 19" descr="base\assets\4"/>
          <p:cNvPicPr>
            <a:picLocks noChangeAspect="1"/>
          </p:cNvPicPr>
          <p:nvPr>
            <p:ph type="pic" idx="16400"/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67900" y="2260600"/>
            <a:ext cx="914400" cy="914400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4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标准化建设差距</a:t>
            </a:r>
            <a:endParaRPr lang="zh-CN" altLang="en-US" sz="140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5"/>
            </p:custDataLst>
          </p:nvPr>
        </p:nvSpPr>
        <p:spPr/>
        <p:txBody>
          <a:bodyPr/>
          <a:p>
            <a:r>
              <a:rPr lang="zh-CN" altLang="en-US"/>
              <a:t>缺乏统一协议栈、性能指标及信道模型，阻碍了多厂商之间的互操作实现。</a:t>
            </a:r>
            <a:endParaRPr lang="zh-CN" altLang="en-US"/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幻灯片 4：设计建议与未来展望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架构设计建议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09600" y="2082800"/>
            <a:ext cx="10972800" cy="3733800"/>
            <a:chOff x="960" y="3280"/>
            <a:chExt cx="17280" cy="5880"/>
          </a:xfrm>
        </p:grpSpPr>
      </p:grp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分层模块化架构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采用分层、模块化设计，集成边缘计算，将安全隐私作为基本要求，相关内容共25页。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联合系统优化设计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采用多目标优化策略，利用AI实现波束成形、资源分配等的自适应控制，内容共25页。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场景定制方案指导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针对智能交通、工业物联网、人本应用等不同场景定制专属方案，相关内容共26页。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未来演进展望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09600" y="5080000"/>
            <a:ext cx="10972800" cy="1168400"/>
            <a:chOff x="960" y="8000"/>
            <a:chExt cx="17280" cy="1840"/>
          </a:xfrm>
        </p:grpSpPr>
      </p:grpSp>
      <p:pic>
        <p:nvPicPr>
          <p:cNvPr id="11" name="内容占位符 10" descr="a571aeab45fd180493ffeb3eb3fd59ff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6443" b="6443"/>
          <a:stretch>
            <a:fillRect/>
          </a:stretch>
        </p:blipFill>
        <p:spPr>
          <a:xfrm>
            <a:off x="609600" y="609600"/>
            <a:ext cx="10972800" cy="2946400"/>
          </a:xfrm>
          <a:custGeom>
            <a:avLst/>
            <a:gdLst>
              <a:gd name="connisteX0" fmla="*/ 0 w 10972800"/>
              <a:gd name="connsiteY0" fmla="*/ 203200 h 2946400"/>
              <a:gd name="connisteX1" fmla="*/ 203200 w 10972800"/>
              <a:gd name="connsiteY1" fmla="*/ 0 h 2946400"/>
              <a:gd name="connisteX2" fmla="*/ 10769600 w 10972800"/>
              <a:gd name="connsiteY2" fmla="*/ 0 h 2946400"/>
              <a:gd name="connisteX3" fmla="*/ 10972800 w 10972800"/>
              <a:gd name="connsiteY3" fmla="*/ 203200 h 2946400"/>
              <a:gd name="connisteX4" fmla="*/ 10972800 w 10972800"/>
              <a:gd name="connsiteY4" fmla="*/ 2743200 h 2946400"/>
              <a:gd name="connisteX5" fmla="*/ 10769600 w 10972800"/>
              <a:gd name="connsiteY5" fmla="*/ 2946400 h 2946400"/>
              <a:gd name="connisteX6" fmla="*/ 203200 w 10972800"/>
              <a:gd name="connsiteY6" fmla="*/ 2946400 h 2946400"/>
              <a:gd name="connisteX7" fmla="*/ 0 w 10972800"/>
              <a:gd name="connsiteY7" fmla="*/ 2743200 h 2946400"/>
              <a:gd name="connisteX8" fmla="*/ 0 w 109728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43200"/>
                </a:lnTo>
                <a:cubicBezTo>
                  <a:pt x="10972800" y="2855424"/>
                  <a:pt x="10881824" y="2946400"/>
                  <a:pt x="107696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语义ISAC发展方向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超越原始数据传输，转向任务相关的语义信息交换，以此提升传输效率，相关内容见26页。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量子使能ISAC前景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长远来看量子传感与安全通信或带来变革性突破，但当前技术成熟度（TRL）很低，相关内容见27、28页。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安全挑战分析</a:t>
            </a:r>
            <a:endParaRPr lang="zh-CN" altLang="en-US"/>
          </a:p>
        </p:txBody>
      </p:sp>
      <p:pic>
        <p:nvPicPr>
          <p:cNvPr id="7" name="内容占位符 6" descr="7462300a1e77eb388d33a24cd4456482"/>
          <p:cNvPicPr>
            <a:picLocks noChangeAspect="1"/>
          </p:cNvPicPr>
          <p:nvPr>
            <p:ph idx="16386"/>
            <p:custDataLst>
              <p:tags r:id="rId2"/>
            </p:custDataLst>
          </p:nvPr>
        </p:nvPicPr>
        <p:blipFill>
          <a:blip r:embed="rId3"/>
          <a:srcRect l="9021" r="9021"/>
          <a:stretch>
            <a:fillRect/>
          </a:stretch>
        </p:blipFill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幻灯片 5：结论与迈向6G及未来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ISAC启无线新篇</a:t>
            </a:r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09600" y="1524000"/>
            <a:ext cx="10972800" cy="4724400"/>
            <a:chOff x="960" y="2400"/>
            <a:chExt cx="17280" cy="7440"/>
          </a:xfrm>
        </p:grpSpPr>
      </p:grp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461d82e9cbc7382e4cc09c28f76a6ddd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5846" r="5846"/>
          <a:stretch>
            <a:fillRect/>
          </a:stretch>
        </p:blipFill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ISAC核心价值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ISAC通过统一信号处理、波形和硬件系统，融合感知与通信，为6G网络带来成本、能耗和频谱效率的巨大增益。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a7579b46e28162cd13407d03e3b417f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r="15846"/>
          <a:stretch>
            <a:fillRect/>
          </a:stretch>
        </p:blipFill>
        <p:spPr>
          <a:xfrm>
            <a:off x="4368800" y="3606800"/>
            <a:ext cx="3454400" cy="2641600"/>
          </a:xfrm>
          <a:custGeom>
            <a:avLst/>
            <a:gdLst>
              <a:gd name="connisteX0" fmla="*/ 0 w 3454400"/>
              <a:gd name="connsiteY0" fmla="*/ 0 h 2641600"/>
              <a:gd name="connisteX1" fmla="*/ 3454400 w 3454400"/>
              <a:gd name="connsiteY1" fmla="*/ 0 h 2641600"/>
              <a:gd name="connisteX2" fmla="*/ 3454400 w 3454400"/>
              <a:gd name="connsiteY2" fmla="*/ 2438400 h 2641600"/>
              <a:gd name="connisteX3" fmla="*/ 3251200 w 3454400"/>
              <a:gd name="connsiteY3" fmla="*/ 2641600 h 2641600"/>
              <a:gd name="connisteX4" fmla="*/ 203200 w 3454400"/>
              <a:gd name="connsiteY4" fmla="*/ 2641600 h 2641600"/>
              <a:gd name="connisteX5" fmla="*/ 0 w 3454400"/>
              <a:gd name="connsiteY5" fmla="*/ 2438400 h 2641600"/>
              <a:gd name="connisteX6" fmla="*/ 0 w 34544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0"/>
                </a:moveTo>
                <a:lnTo>
                  <a:pt x="3454400" y="0"/>
                </a:ln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ISAC发展路径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要充分发挥ISAC潜力，需学术界、产业界和标准组织紧密合作，攻克标准、硬件、干扰管理和隐私等挑战。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b15af5ae2f23cb6b620343e1c3d5790e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8747" r="4100"/>
          <a:stretch>
            <a:fillRect/>
          </a:stretch>
        </p:blipFill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ISAC愿景展望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ISAC将支撑语义通信、量子增强环境感知等进步，与边缘智能、非地面网络融合，实现人、机、环境无缝交互的普适智能新时代。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90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6388"/>
            <p:custDataLst>
              <p:tags r:id="rId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190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90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90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90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90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90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90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90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4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5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90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190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59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0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d03c7413b81224e471483368f5f8514433165ee"/>
  <p:tag name="KSO_WM_NEWLAYOUT_ID" val="1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ec4860c09910ebdac0356595f4a3f8ffd18c321"/>
  <p:tag name="KSO_WM_NEWLAYOUT_GROUP_ID" val="layout_1-5"/>
  <p:tag name="KSO_WM_NEWLAYOUT_ID" val="slide_cea45c27deb23863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9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1db3919ba38d124636e2b8531a850c2229bc90"/>
  <p:tag name="KSO_WM_NEWLAYOUT_GROUP_ID" val="layout_64"/>
  <p:tag name="KSO_WM_NEWLAYOUT_ID" val="slide_575a2a4d7768dab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21c2fe275bff20381075c2c54798d48c7a3303a"/>
  <p:tag name="KSO_WM_NEWLAYOUT_GROUP_ID" val="layout_32"/>
  <p:tag name="KSO_WM_NEWLAYOUT_ID" val="slide_0b86848e9fb20af8"/>
</p:tagLst>
</file>

<file path=ppt/tags/tag1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2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2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3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ccedac849ae5aaa85e5193f0caa49219041fb4"/>
  <p:tag name="KSO_WM_NEWLAYOUT_GROUP_ID" val="layout_61"/>
  <p:tag name="KSO_WM_NEWLAYOUT_ID" val="slide_e1d1abaaf739d42e"/>
</p:tagLst>
</file>

<file path=ppt/tags/tag1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2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6c4cfb60df2bbba5d661a6cde05354b30f89856"/>
  <p:tag name="KSO_WM_NEWLAYOUT_GROUP_ID" val="layout_65"/>
  <p:tag name="KSO_WM_NEWLAYOUT_ID" val="slide_0ef568bf66c20205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fa18278b9b5f13fa7b6607d4a92ef115438ba"/>
  <p:tag name="KSO_WM_NEWLAYOUT_GROUP_ID" val="layout_60"/>
  <p:tag name="KSO_WM_NEWLAYOUT_ID" val="slide_83dbd186a35d0f39"/>
</p:tagLst>
</file>

<file path=ppt/tags/tag1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3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3fe0cfc121bc7fb70196fef9a8f5d7a996fbfa"/>
  <p:tag name="KSO_WM_NEWLAYOUT_GROUP_ID" val="layout_2"/>
  <p:tag name="KSO_WM_NEWLAYOUT_ID" val="slide_b1cc77b2a84ed970"/>
</p:tagLst>
</file>

<file path=ppt/tags/tag1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21ee367cdae3f0bd4d10d6acee696daa000992"/>
  <p:tag name="KSO_WM_NEWLAYOUT_GROUP_ID" val="layout_10"/>
  <p:tag name="KSO_WM_NEWLAYOUT_ID" val="slide_628de040b529144d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1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5c3d36fd694cc0dba0ea880ab8cae908a35731e"/>
  <p:tag name="KSO_WM_NEWLAYOUT_GROUP_ID" val="layout_39"/>
  <p:tag name="KSO_WM_NEWLAYOUT_ID" val="slide_ee6e7d7a29bb19c4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04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3a83578a68419170cdee1522e2a9658ef3078f"/>
  <p:tag name="KSO_WM_NEWLAYOUT_GROUP_ID" val="layout_35"/>
  <p:tag name="KSO_WM_NEWLAYOUT_ID" val="slide_1dc9fdfc3607bc18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fd8630191b8e9d35af3afbd899980a2c24bdfb"/>
  <p:tag name="KSO_WM_NEWLAYOUT_GROUP_ID" val="layout_51"/>
  <p:tag name="KSO_WM_NEWLAYOUT_ID" val="slide_001e6f7be132f4f4"/>
</p:tagLst>
</file>

<file path=ppt/tags/tag2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16be9bd6b9e22c15e6c913ca22333313acb01b"/>
  <p:tag name="KSO_WM_NEWLAYOUT_GROUP_ID" val="layout_19"/>
  <p:tag name="KSO_WM_NEWLAYOUT_ID" val="slide_4843ded992a55979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6634ccb549690d64c965c41131973b97b665e2"/>
  <p:tag name="KSO_WM_NEWLAYOUT_GROUP_ID" val="layout_26"/>
  <p:tag name="KSO_WM_NEWLAYOUT_ID" val="slide_e3c93414deaf5687"/>
</p:tagLst>
</file>

<file path=ppt/tags/tag2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90"/>
  <p:tag name="KSO_WM_TEMPLATE_CATEGORY" val="custom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90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40490190"/>
  <p:tag name="KSO_WM_UNIT_ISNUMDGMTITLE" val="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90"/>
  <p:tag name="KSO_WM_TEMPLATE_CATEGORY" val="custom"/>
</p:tagLst>
</file>

<file path=ppt/tags/tag25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ee738a11db4bb866"/>
  <p:tag name="KSO_WM_TEMPLATE_THUMBS_INDEX" val="1、9"/>
  <p:tag name="KSO_WM_TEMPLATE_INDEX" val="40490190"/>
  <p:tag name="KSO_WM_TEMPLATE_CATEGORY" val="custom"/>
  <p:tag name="KSO_WM_TEMPLATE_MASTER_TYPE" val="0"/>
  <p:tag name="KSO_WM_TAG_VERSION" val="3.0"/>
</p:tagLst>
</file>

<file path=ppt/tags/tag257.xml><?xml version="1.0" encoding="utf-8"?>
<p:tagLst xmlns:p="http://schemas.openxmlformats.org/presentationml/2006/main">
  <p:tag name="KSO_WM_AITEMPLATE_STYLE_ID" val="69796631693"/>
</p:tagLst>
</file>

<file path=ppt/tags/tag258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9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59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6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85f0eea0a8522f045b09466ecd57e15222ceea4"/>
  <p:tag name="KSO_WM_NEWLAYOUT_ID" val="307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61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62.xml><?xml version="1.0" encoding="utf-8"?>
<p:tagLst xmlns:p="http://schemas.openxmlformats.org/presentationml/2006/main">
  <p:tag name="KSO_WM_BEAUTIFY_FLAG" val="#wm#"/>
  <p:tag name="KSO_WM_SLIDE_HAS_MASK" val="1"/>
  <p:tag name="KSO_WM_SLIDE_ID" val="custom40490190_1"/>
  <p:tag name="KSO_WM_SLIDE_INDEX" val="1"/>
  <p:tag name="KSO_WM_SLIDE_ITEM_CNT" val="0"/>
  <p:tag name="KSO_WM_SLIDE_LAYOUT" val="a_f_i"/>
  <p:tag name="KSO_WM_SLIDE_LAYOUT_CNT" val="1_2_1"/>
  <p:tag name="KSO_WM_SLIDE_TYPE" val="title"/>
  <p:tag name="KSO_WM_TAG_VERSION" val="3.0"/>
  <p:tag name="KSO_WM_TEMPLATE_CATEGORY" val="custom"/>
  <p:tag name="KSO_WM_TEMPLATE_INDEX" val="40490190"/>
  <p:tag name="KSO_WM_TEMPLATE_MASTER_TYPE" val="0"/>
  <p:tag name="KSO_WM_TEMPLATE_SLIDE_ID" val="slide_ee738a11db4bb866"/>
  <p:tag name="KSO_WM_TEMPLATE_SUBCATEGORY" val="29"/>
  <p:tag name="KSO_WM_TEMPLATE_THUMBS_INDEX" val="1、9"/>
</p:tagLst>
</file>

<file path=ppt/tags/tag2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ec4860c09910ebdac0356595f4a3f8ffd18c321"/>
  <p:tag name="KSO_WM_NEWLAYOUT_GROUP_ID" val="layout_1-5"/>
  <p:tag name="KSO_WM_NEWLAYOUT_ID" val="slide_cea45c27deb23863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7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27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280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31693"/>
  <p:tag name="KSO_WM_TEMPLATE_SLIDE_ID" val="slide_cea45c27deb23863"/>
</p:tagLst>
</file>

<file path=ppt/tags/tag2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1db3919ba38d124636e2b8531a850c2229bc90"/>
  <p:tag name="KSO_WM_NEWLAYOUT_GROUP_ID" val="layout_64"/>
  <p:tag name="KSO_WM_NEWLAYOUT_ID" val="slide_575a2a4d7768daba"/>
  <p:tag name="KSO_WM_UNIT_PRESET_TEXT" val="单击此处添加标题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2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2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  <p:tag name="KSO_WM_UNIT_PRESET_TEXT" val=" 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297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31693"/>
  <p:tag name="KSO_WM_TEMPLATE_SLIDE_ID" val="slide_575a2a4d7768daba"/>
</p:tagLst>
</file>

<file path=ppt/tags/tag298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29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00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21c2fe275bff20381075c2c54798d48c7a3303a"/>
  <p:tag name="KSO_WM_NEWLAYOUT_GROUP_ID" val="layout_32"/>
  <p:tag name="KSO_WM_NEWLAYOUT_ID" val="slide_0b86848e9fb20af8"/>
  <p:tag name="KSO_WM_UNIT_PRESET_TEXT" val="单击此处添加标题"/>
</p:tagLst>
</file>

<file path=ppt/tags/tag3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0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0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0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1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31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0b86848e9fb20af8"/>
</p:tagLst>
</file>

<file path=ppt/tags/tag318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1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20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ccedac849ae5aaa85e5193f0caa49219041fb4"/>
  <p:tag name="KSO_WM_NEWLAYOUT_GROUP_ID" val="layout_61"/>
  <p:tag name="KSO_WM_NEWLAYOUT_ID" val="slide_e1d1abaaf739d42e"/>
  <p:tag name="KSO_WM_UNIT_PRESET_TEXT" val="单击此处添加标题"/>
</p:tagLst>
</file>

<file path=ppt/tags/tag3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299277822&quot;}*galley_galley_ai_*1776697998175_10.6_82f41fb3709d-slide-6"/>
</p:tagLst>
</file>

<file path=ppt/tags/tag323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3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e1d1abaaf739d42e"/>
</p:tagLst>
</file>

<file path=ppt/tags/tag3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6c4cfb60df2bbba5d661a6cde05354b30f89856"/>
  <p:tag name="KSO_WM_NEWLAYOUT_GROUP_ID" val="layout_65"/>
  <p:tag name="KSO_WM_NEWLAYOUT_ID" val="slide_0ef568bf66c20205"/>
  <p:tag name="KSO_WM_UNIT_PRESET_TEXT" val="单击此处添加标题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2242421818&quot;}*galley_galley_ai_*1776697998175_10.6_82f41fb3709d-slide-7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0ef568bf66c20205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fa18278b9b5f13fa7b6607d4a92ef115438ba"/>
  <p:tag name="KSO_WM_NEWLAYOUT_GROUP_ID" val="layout_60"/>
  <p:tag name="KSO_WM_NEWLAYOUT_ID" val="slide_83dbd186a35d0f39"/>
  <p:tag name="KSO_WM_UNIT_PRESET_TEXT" val="单击此处添加标题"/>
</p:tagLst>
</file>

<file path=ppt/tags/tag3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281212937&quot;}*galley_galley_ai_*1776697998175_10.6_82f41fb3709d-slide-8"/>
</p:tagLst>
</file>

<file path=ppt/tags/tag34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83dbd186a35d0f39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3fe0cfc121bc7fb70196fef9a8f5d7a996fbfa"/>
  <p:tag name="KSO_WM_NEWLAYOUT_GROUP_ID" val="layout_2"/>
  <p:tag name="KSO_WM_NEWLAYOUT_ID" val="slide_b1cc77b2a84ed970"/>
  <p:tag name="KSO_WM_UNIT_PRESET_TEXT" val="单击此处添加标题"/>
</p:tagLst>
</file>

<file path=ppt/tags/tag3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650191358&quot;}*galley_galley_ai_*1776697998175_10.6_82f41fb3709d-slide-9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2193088913&quot;}*galley_galley_ai_*1776697998175_10.6_82f41fb3709d-slide-9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b1cc77b2a84ed970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21ee367cdae3f0bd4d10d6acee696daa000992"/>
  <p:tag name="KSO_WM_NEWLAYOUT_GROUP_ID" val="layout_10"/>
  <p:tag name="KSO_WM_NEWLAYOUT_ID" val="slide_628de040b529144d"/>
  <p:tag name="KSO_WM_UNIT_PRESET_TEXT" val="单击此处添加标题"/>
</p:tagLst>
</file>

<file path=ppt/tags/tag3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2179880266&quot;}*galley_galley_ai_*1776697998175_10.6_82f41fb3709d-slide-10"/>
</p:tagLst>
</file>

<file path=ppt/tags/tag360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FIGMA_ID" val="69796631693"/>
  <p:tag name="KSO_WM_TEMPLATE_SLIDE_ID" val="slide_628de040b529144d"/>
</p:tagLst>
</file>

<file path=ppt/tags/tag36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6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63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5c3d36fd694cc0dba0ea880ab8cae908a35731e"/>
  <p:tag name="KSO_WM_NEWLAYOUT_GROUP_ID" val="layout_39"/>
  <p:tag name="KSO_WM_NEWLAYOUT_ID" val="slide_ee6e7d7a29bb19c4"/>
  <p:tag name="KSO_WM_UNIT_PRESET_TEXT" val="单击此处添加标题"/>
</p:tagLst>
</file>

<file path=ppt/tags/tag3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6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4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78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1693"/>
  <p:tag name="KSO_WM_TEMPLATE_SLIDE_ID" val="slide_ee6e7d7a29bb19c4"/>
</p:tagLst>
</file>

<file path=ppt/tags/tag38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384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3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3a83578a68419170cdee1522e2a9658ef3078f"/>
  <p:tag name="KSO_WM_NEWLAYOUT_GROUP_ID" val="layout_35"/>
  <p:tag name="KSO_WM_NEWLAYOUT_ID" val="slide_1dc9fdfc3607bc18"/>
  <p:tag name="KSO_WM_UNIT_PRESET_TEXT" val="单击此处添加标题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1dc9fdfc3607bc18"/>
</p:tagLst>
</file>

<file path=ppt/tags/tag3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fd8630191b8e9d35af3afbd899980a2c24bdfb"/>
  <p:tag name="KSO_WM_NEWLAYOUT_GROUP_ID" val="layout_51"/>
  <p:tag name="KSO_WM_NEWLAYOUT_ID" val="slide_001e6f7be132f4f4"/>
  <p:tag name="KSO_WM_UNIT_PRESET_TEXT" val="单击此处添加标题"/>
</p:tagLst>
</file>

<file path=ppt/tags/tag3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2237590790&quot;}*galley_galley_ai_*1776697998175_10.6_82f41fb3709d-slide-15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693"/>
  <p:tag name="KSO_WM_TEMPLATE_SLIDE_ID" val="slide_001e6f7be132f4f4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16be9bd6b9e22c15e6c913ca22333313acb01b"/>
  <p:tag name="KSO_WM_NEWLAYOUT_GROUP_ID" val="layout_19"/>
  <p:tag name="KSO_WM_NEWLAYOUT_ID" val="slide_4843ded992a55979"/>
  <p:tag name="KSO_WM_UNIT_PRESET_TEXT" val="单击此处添加标题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ai_type&quot;:&quot;generate_ppt&quot;,&quot;id&quot;:&quot;VCG41N1157089736&quot;}*galley_galley_ai_*1776697998175_10.6_82f41fb3709d-slide-16"/>
</p:tagLst>
</file>

<file path=ppt/tags/tag405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FIGMA_ID" val="69796631693"/>
  <p:tag name="KSO_WM_TEMPLATE_SLIDE_ID" val="slide_4843ded992a55979"/>
</p:tagLst>
</file>

<file path=ppt/tags/tag40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70f532b3d4b19b3d994b153eaf514637bc212df"/>
  <p:tag name="KSO_WM_NEWLAYOUT_ID" val="3088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0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08.xml><?xml version="1.0" encoding="utf-8"?>
<p:tagLst xmlns:p="http://schemas.openxmlformats.org/presentationml/2006/main">
  <p:tag name="KSO_WM_BEAUTIFY_FLAG" val="#wm#"/>
  <p:tag name="KSO_WM_SLIDE_HAS_MASK" val="0"/>
  <p:tag name="KSO_WM_SLIDE_ID" val="custom40490190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190"/>
  <p:tag name="KSO_WM_TEMPLATE_MASTER_TYPE" val="0"/>
  <p:tag name="KSO_WM_TEMPLATE_SLIDE_ID" val="slide_0e3ab8503af4c08e"/>
  <p:tag name="KSO_WM_TEMPLATE_SUBCATEGORY" val="29"/>
</p:tagLst>
</file>

<file path=ppt/tags/tag4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6634ccb549690d64c965c41131973b97b665e2"/>
  <p:tag name="KSO_WM_NEWLAYOUT_GROUP_ID" val="layout_26"/>
  <p:tag name="KSO_WM_NEWLAYOUT_ID" val="slide_e3c93414deaf5687"/>
  <p:tag name="KSO_WM_UNIT_PRESET_TEXT" val="单击此处添加标题"/>
</p:tagLst>
</file>

<file path=ppt/tags/tag4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ai_type&quot;:&quot;generate_ppt&quot;,&quot;id&quot;:&quot;VCG41N2235596190&quot;}*galley_galley_ai_*1776697998175_10.6_82f41fb3709d-slide-18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generate_ppt&quot;,&quot;id&quot;:&quot;VCG41N1463056609&quot;}*galley_galley_ai_*1776697998175_10.6_82f41fb3709d-slide-18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ai_type&quot;:&quot;generate_ppt&quot;,&quot;id&quot;:&quot;VCG41N2238179722&quot;}*galley_galley_ai_*1776697998175_10.6_82f41fb3709d-slide-18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693"/>
  <p:tag name="KSO_WM_TEMPLATE_SLIDE_ID" val="slide_e3c93414deaf5687"/>
</p:tagLst>
</file>

<file path=ppt/tags/tag423.xml><?xml version="1.0" encoding="utf-8"?>
<p:tagLst xmlns:p="http://schemas.openxmlformats.org/presentationml/2006/main">
  <p:tag name="$PH_EXT" val="2"/>
  <p:tag name="KSO_WM_BEAUTIFY_FLAG" val="#wm#"/>
  <p:tag name="KSO_WM_UNIT_INDEX" val="2"/>
  <p:tag name="KSO_WM_UNIT_TYPE" val="i"/>
  <p:tag name="KSO_WM_FIGMA_FLAG" val="#fgm#"/>
  <p:tag name="KSO_WM_UNIT_ID" val="_11*i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24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2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82faa53ea7bd7c03ff8f580e841f147a53f78d3a"/>
  <p:tag name="KSO_WM_NEWLAYOUT_ID" val="309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90"/>
  <p:tag name="KSO_WM_TEMPLATE_CATEGORY" val="custom"/>
</p:tagLst>
</file>

<file path=ppt/tags/tag426.xml><?xml version="1.0" encoding="utf-8"?>
<p:tagLst xmlns:p="http://schemas.openxmlformats.org/presentationml/2006/main">
  <p:tag name="KSO_WM_BEAUTIFY_FLAG" val="#wm#"/>
  <p:tag name="KSO_WM_SLIDE_HAS_MASK" val="1"/>
  <p:tag name="KSO_WM_SLIDE_ID" val="custom40490190_9"/>
  <p:tag name="KSO_WM_SLIDE_INDEX" val="5"/>
  <p:tag name="KSO_WM_SLIDE_ITEM_CNT" val="0"/>
  <p:tag name="KSO_WM_SLIDE_LAYOUT" val="a_b_i"/>
  <p:tag name="KSO_WM_SLIDE_LAYOUT_CNT" val="1_1_1"/>
  <p:tag name="KSO_WM_SLIDE_TYPE" val="endPage"/>
  <p:tag name="KSO_WM_TAG_VERSION" val="3.0"/>
  <p:tag name="KSO_WM_TEMPLATE_CATEGORY" val="custom"/>
  <p:tag name="KSO_WM_TEMPLATE_INDEX" val="40490190"/>
  <p:tag name="KSO_WM_TEMPLATE_MASTER_TYPE" val="0"/>
  <p:tag name="KSO_WM_TEMPLATE_SLIDE_ID" val="slide_5ec36f64ca385f24"/>
  <p:tag name="KSO_WM_TEMPLATE_SUBCATEGORY" val="29"/>
</p:tagLst>
</file>

<file path=ppt/tags/tag427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1866</Words>
  <Application>WPS 演示</Application>
  <PresentationFormat>宽屏</PresentationFormat>
  <Paragraphs>262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Arial Black</vt:lpstr>
      <vt:lpstr>Microsoft YaHei</vt:lpstr>
      <vt:lpstr>Arial Unicode MS</vt:lpstr>
      <vt:lpstr>SimHei</vt:lpstr>
      <vt:lpstr>MiSans Demibold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</dc:creator>
  <cp:lastModifiedBy>Muhammad Umar Farooq Qaisar</cp:lastModifiedBy>
  <cp:revision>6</cp:revision>
  <dcterms:created xsi:type="dcterms:W3CDTF">2023-07-11T07:43:00Z</dcterms:created>
  <dcterms:modified xsi:type="dcterms:W3CDTF">2026-04-20T15:16:17Z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72884DE8E1244FCF85ED64AF25C319D0_11</vt:lpwstr>
  </property>
  <property fmtid="{D5CDD505-2E9C-101B-9397-08002B2CF9AE}" pid="4" name="KSOTemplateUUID">
    <vt:lpwstr>v1.0_ai_69796631693</vt:lpwstr>
  </property>
</Properties>
</file>